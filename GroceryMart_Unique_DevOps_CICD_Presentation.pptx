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729" r:id="rId2"/>
  </p:sldMasterIdLst>
  <p:sldIdLst>
    <p:sldId id="256" r:id="rId3"/>
    <p:sldId id="267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9" r:id="rId13"/>
    <p:sldId id="268" r:id="rId14"/>
    <p:sldId id="270" r:id="rId15"/>
    <p:sldId id="265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1EBC0340-3AAE-A39F-0BAF-0E7430611152}"/>
              </a:ext>
            </a:extLst>
          </p:cNvPr>
          <p:cNvSpPr/>
          <p:nvPr/>
        </p:nvSpPr>
        <p:spPr>
          <a:xfrm>
            <a:off x="3127387" y="1976770"/>
            <a:ext cx="6929120" cy="4877511"/>
          </a:xfrm>
          <a:custGeom>
            <a:avLst/>
            <a:gdLst>
              <a:gd name="connsiteX0" fmla="*/ 3464560 w 6929120"/>
              <a:gd name="connsiteY0" fmla="*/ 0 h 4877511"/>
              <a:gd name="connsiteX1" fmla="*/ 6929120 w 6929120"/>
              <a:gd name="connsiteY1" fmla="*/ 3464560 h 4877511"/>
              <a:gd name="connsiteX2" fmla="*/ 6656858 w 6929120"/>
              <a:gd name="connsiteY2" fmla="*/ 4813124 h 4877511"/>
              <a:gd name="connsiteX3" fmla="*/ 6625841 w 6929120"/>
              <a:gd name="connsiteY3" fmla="*/ 4877511 h 4877511"/>
              <a:gd name="connsiteX4" fmla="*/ 303280 w 6929120"/>
              <a:gd name="connsiteY4" fmla="*/ 4877511 h 4877511"/>
              <a:gd name="connsiteX5" fmla="*/ 272263 w 6929120"/>
              <a:gd name="connsiteY5" fmla="*/ 4813124 h 4877511"/>
              <a:gd name="connsiteX6" fmla="*/ 0 w 6929120"/>
              <a:gd name="connsiteY6" fmla="*/ 3464560 h 4877511"/>
              <a:gd name="connsiteX7" fmla="*/ 3464560 w 6929120"/>
              <a:gd name="connsiteY7" fmla="*/ 0 h 4877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929120" h="4877511">
                <a:moveTo>
                  <a:pt x="3464560" y="0"/>
                </a:moveTo>
                <a:cubicBezTo>
                  <a:pt x="5377984" y="0"/>
                  <a:pt x="6929120" y="1551136"/>
                  <a:pt x="6929120" y="3464560"/>
                </a:cubicBezTo>
                <a:cubicBezTo>
                  <a:pt x="6929120" y="3942916"/>
                  <a:pt x="6832174" y="4398629"/>
                  <a:pt x="6656858" y="4813124"/>
                </a:cubicBezTo>
                <a:lnTo>
                  <a:pt x="6625841" y="4877511"/>
                </a:lnTo>
                <a:lnTo>
                  <a:pt x="303280" y="4877511"/>
                </a:lnTo>
                <a:lnTo>
                  <a:pt x="272263" y="4813124"/>
                </a:lnTo>
                <a:cubicBezTo>
                  <a:pt x="96946" y="4398629"/>
                  <a:pt x="0" y="3942916"/>
                  <a:pt x="0" y="3464560"/>
                </a:cubicBezTo>
                <a:cubicBezTo>
                  <a:pt x="0" y="1551136"/>
                  <a:pt x="1551136" y="0"/>
                  <a:pt x="346456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>
              <a:solidFill>
                <a:schemeClr val="accent1"/>
              </a:solidFill>
            </a:endParaRPr>
          </a:p>
        </p:txBody>
      </p:sp>
      <p:pic>
        <p:nvPicPr>
          <p:cNvPr id="10" name="Picture 9" descr="Gap between two buildings against the blue sky">
            <a:extLst>
              <a:ext uri="{FF2B5EF4-FFF2-40B4-BE49-F238E27FC236}">
                <a16:creationId xmlns:a16="http://schemas.microsoft.com/office/drawing/2014/main" id="{C40F96A3-9DAF-4D22-64AD-CEC023D28D9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0546"/>
                    </a14:imgEffect>
                    <a14:imgEffect>
                      <a14:saturation sat="0"/>
                    </a14:imgEffect>
                    <a14:imgEffect>
                      <a14:brightnessContrast bright="-34000" contrast="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2550" b="8386"/>
          <a:stretch/>
        </p:blipFill>
        <p:spPr>
          <a:xfrm>
            <a:off x="760412" y="0"/>
            <a:ext cx="1143158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6767" y="1399032"/>
            <a:ext cx="6757416" cy="3427502"/>
          </a:xfrm>
        </p:spPr>
        <p:txBody>
          <a:bodyPr lIns="0" tIns="0" rIns="0" bIns="0" anchor="t">
            <a:noAutofit/>
          </a:bodyPr>
          <a:lstStyle>
            <a:lvl1pPr algn="l">
              <a:defRPr sz="3375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6769" y="417444"/>
            <a:ext cx="7414940" cy="883258"/>
          </a:xfrm>
        </p:spPr>
        <p:txBody>
          <a:bodyPr lIns="0" tIns="0" rIns="0" bIns="18288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cap="all" spc="225" baseline="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324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6221" y="640080"/>
            <a:ext cx="5029200" cy="2157984"/>
          </a:xfrm>
        </p:spPr>
        <p:txBody>
          <a:bodyPr lIns="0" tIns="0" rIns="0" bIns="0" anchor="b">
            <a:noAutofit/>
          </a:bodyPr>
          <a:lstStyle>
            <a:lvl1pPr>
              <a:defRPr sz="24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46650F3-FE62-E3A1-C1F7-6A7E767D00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95413" y="653461"/>
            <a:ext cx="4597556" cy="55499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96222" y="3127248"/>
            <a:ext cx="4834517" cy="310896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buNone/>
              <a:defRPr sz="1350" cap="none" baseline="0"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80952A-DC24-8DFB-F8E3-1AAC5A9D5F6C}"/>
              </a:ext>
            </a:extLst>
          </p:cNvPr>
          <p:cNvSpPr/>
          <p:nvPr/>
        </p:nvSpPr>
        <p:spPr>
          <a:xfrm>
            <a:off x="11792373" y="0"/>
            <a:ext cx="40881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2" name="Footer Placeholder 1">
            <a:extLst>
              <a:ext uri="{FF2B5EF4-FFF2-40B4-BE49-F238E27FC236}">
                <a16:creationId xmlns:a16="http://schemas.microsoft.com/office/drawing/2014/main" id="{21A89689-0612-8B49-DF4A-1864B8558C5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 rot="16200000">
            <a:off x="8854442" y="2953511"/>
            <a:ext cx="6291068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2FE54DA2-6D33-7833-E646-95347EF8B9A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 rot="16200000">
            <a:off x="11716512" y="6382510"/>
            <a:ext cx="566928" cy="38404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517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DE39F4-E652-D021-FAC3-9A057954548D}"/>
              </a:ext>
            </a:extLst>
          </p:cNvPr>
          <p:cNvSpPr/>
          <p:nvPr/>
        </p:nvSpPr>
        <p:spPr>
          <a:xfrm>
            <a:off x="0" y="0"/>
            <a:ext cx="4553712" cy="24323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350" dirty="0">
              <a:solidFill>
                <a:schemeClr val="accent1"/>
              </a:solidFill>
            </a:endParaRPr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993F1580-C478-6F3E-90EC-651483EF7B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3408" y="640082"/>
            <a:ext cx="5093208" cy="2189223"/>
          </a:xfrm>
        </p:spPr>
        <p:txBody>
          <a:bodyPr lIns="0" tIns="0" rIns="0" bIns="0" anchor="b">
            <a:noAutofit/>
          </a:bodyPr>
          <a:lstStyle>
            <a:lvl1pPr>
              <a:defRPr sz="24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FBA0098-0696-799B-78DA-DBE833190D5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2104" y="640080"/>
            <a:ext cx="4727448" cy="5559552"/>
          </a:xfrm>
          <a:custGeom>
            <a:avLst/>
            <a:gdLst>
              <a:gd name="connsiteX0" fmla="*/ 0 w 4727448"/>
              <a:gd name="connsiteY0" fmla="*/ 0 h 5559552"/>
              <a:gd name="connsiteX1" fmla="*/ 4727448 w 4727448"/>
              <a:gd name="connsiteY1" fmla="*/ 0 h 5559552"/>
              <a:gd name="connsiteX2" fmla="*/ 4727448 w 4727448"/>
              <a:gd name="connsiteY2" fmla="*/ 2500529 h 5559552"/>
              <a:gd name="connsiteX3" fmla="*/ 4596278 w 4727448"/>
              <a:gd name="connsiteY3" fmla="*/ 2513752 h 5559552"/>
              <a:gd name="connsiteX4" fmla="*/ 4071308 w 4727448"/>
              <a:gd name="connsiteY4" fmla="*/ 3157867 h 5559552"/>
              <a:gd name="connsiteX5" fmla="*/ 4596278 w 4727448"/>
              <a:gd name="connsiteY5" fmla="*/ 3801983 h 5559552"/>
              <a:gd name="connsiteX6" fmla="*/ 4727448 w 4727448"/>
              <a:gd name="connsiteY6" fmla="*/ 3815206 h 5559552"/>
              <a:gd name="connsiteX7" fmla="*/ 4727448 w 4727448"/>
              <a:gd name="connsiteY7" fmla="*/ 5559552 h 5559552"/>
              <a:gd name="connsiteX8" fmla="*/ 0 w 4727448"/>
              <a:gd name="connsiteY8" fmla="*/ 5559552 h 5559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727448" h="5559552">
                <a:moveTo>
                  <a:pt x="0" y="0"/>
                </a:moveTo>
                <a:lnTo>
                  <a:pt x="4727448" y="0"/>
                </a:lnTo>
                <a:lnTo>
                  <a:pt x="4727448" y="2500529"/>
                </a:lnTo>
                <a:lnTo>
                  <a:pt x="4596278" y="2513752"/>
                </a:lnTo>
                <a:cubicBezTo>
                  <a:pt x="4296678" y="2575059"/>
                  <a:pt x="4071308" y="2840144"/>
                  <a:pt x="4071308" y="3157867"/>
                </a:cubicBezTo>
                <a:cubicBezTo>
                  <a:pt x="4071308" y="3475590"/>
                  <a:pt x="4296678" y="3740676"/>
                  <a:pt x="4596278" y="3801983"/>
                </a:cubicBezTo>
                <a:lnTo>
                  <a:pt x="4727448" y="3815206"/>
                </a:lnTo>
                <a:lnTo>
                  <a:pt x="4727448" y="5559552"/>
                </a:lnTo>
                <a:lnTo>
                  <a:pt x="0" y="555955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93408" y="3145536"/>
            <a:ext cx="4306824" cy="23134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AF214F5-1EBC-DA96-F275-05A0133562D0}"/>
              </a:ext>
            </a:extLst>
          </p:cNvPr>
          <p:cNvSpPr/>
          <p:nvPr/>
        </p:nvSpPr>
        <p:spPr>
          <a:xfrm>
            <a:off x="4903412" y="3140474"/>
            <a:ext cx="1314947" cy="131494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3375187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1">
            <a:extLst>
              <a:ext uri="{FF2B5EF4-FFF2-40B4-BE49-F238E27FC236}">
                <a16:creationId xmlns:a16="http://schemas.microsoft.com/office/drawing/2014/main" id="{592F592C-CC3F-8FC0-DAF8-24019474C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383" y="1106424"/>
            <a:ext cx="6839712" cy="1746504"/>
          </a:xfrm>
        </p:spPr>
        <p:txBody>
          <a:bodyPr lIns="0" tIns="0" rIns="0" bIns="0" anchor="b">
            <a:noAutofit/>
          </a:bodyPr>
          <a:lstStyle>
            <a:lvl1pPr>
              <a:defRPr sz="2400" baseline="0">
                <a:latin typeface="+mj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D5AF112-F5BD-9AA8-0E64-A6972333DD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0392" y="3236976"/>
            <a:ext cx="5248656" cy="2660904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D9A5508-A146-4C36-FF14-5B78325C526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680961" y="804672"/>
            <a:ext cx="3475649" cy="5248656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E7E217-DB17-AA1B-8753-DBFDF42AB32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6FA3F1-16D7-20B8-B929-59317A576C9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042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 descr="A picture containing accessory&#10;&#10;Description automatically generated">
            <a:extLst>
              <a:ext uri="{FF2B5EF4-FFF2-40B4-BE49-F238E27FC236}">
                <a16:creationId xmlns:a16="http://schemas.microsoft.com/office/drawing/2014/main" id="{C36ADBF6-BB82-4096-70C0-7517A47A412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33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r="21975" b="1533"/>
          <a:stretch>
            <a:fillRect/>
          </a:stretch>
        </p:blipFill>
        <p:spPr>
          <a:xfrm rot="8325578">
            <a:off x="-1775001" y="-1607470"/>
            <a:ext cx="10567963" cy="8905077"/>
          </a:xfrm>
          <a:custGeom>
            <a:avLst/>
            <a:gdLst>
              <a:gd name="connsiteX0" fmla="*/ 6047036 w 10567962"/>
              <a:gd name="connsiteY0" fmla="*/ 8905077 h 8905077"/>
              <a:gd name="connsiteX1" fmla="*/ 0 w 10567962"/>
              <a:gd name="connsiteY1" fmla="*/ 3603767 h 8905077"/>
              <a:gd name="connsiteX2" fmla="*/ 0 w 10567962"/>
              <a:gd name="connsiteY2" fmla="*/ 0 h 8905077"/>
              <a:gd name="connsiteX3" fmla="*/ 6292508 w 10567962"/>
              <a:gd name="connsiteY3" fmla="*/ 0 h 8905077"/>
              <a:gd name="connsiteX4" fmla="*/ 10567962 w 10567962"/>
              <a:gd name="connsiteY4" fmla="*/ 3748201 h 8905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67962" h="8905077">
                <a:moveTo>
                  <a:pt x="6047036" y="8905077"/>
                </a:moveTo>
                <a:lnTo>
                  <a:pt x="0" y="3603767"/>
                </a:lnTo>
                <a:lnTo>
                  <a:pt x="0" y="0"/>
                </a:lnTo>
                <a:lnTo>
                  <a:pt x="6292508" y="0"/>
                </a:lnTo>
                <a:lnTo>
                  <a:pt x="10567962" y="3748201"/>
                </a:lnTo>
                <a:close/>
              </a:path>
            </a:pathLst>
          </a:custGeom>
        </p:spPr>
      </p:pic>
      <p:sp>
        <p:nvSpPr>
          <p:cNvPr id="14" name="Freeform 13">
            <a:extLst>
              <a:ext uri="{FF2B5EF4-FFF2-40B4-BE49-F238E27FC236}">
                <a16:creationId xmlns:a16="http://schemas.microsoft.com/office/drawing/2014/main" id="{FA127B08-9EC5-3FDF-B7CC-DF3587255E18}"/>
              </a:ext>
            </a:extLst>
          </p:cNvPr>
          <p:cNvSpPr/>
          <p:nvPr/>
        </p:nvSpPr>
        <p:spPr>
          <a:xfrm>
            <a:off x="925160" y="4144754"/>
            <a:ext cx="4788323" cy="2713249"/>
          </a:xfrm>
          <a:custGeom>
            <a:avLst/>
            <a:gdLst>
              <a:gd name="connsiteX0" fmla="*/ 2394161 w 4788322"/>
              <a:gd name="connsiteY0" fmla="*/ 0 h 2713249"/>
              <a:gd name="connsiteX1" fmla="*/ 4788322 w 4788322"/>
              <a:gd name="connsiteY1" fmla="*/ 2394161 h 2713249"/>
              <a:gd name="connsiteX2" fmla="*/ 4775962 w 4788322"/>
              <a:gd name="connsiteY2" fmla="*/ 2638950 h 2713249"/>
              <a:gd name="connsiteX3" fmla="*/ 4764622 w 4788322"/>
              <a:gd name="connsiteY3" fmla="*/ 2713249 h 2713249"/>
              <a:gd name="connsiteX4" fmla="*/ 23700 w 4788322"/>
              <a:gd name="connsiteY4" fmla="*/ 2713249 h 2713249"/>
              <a:gd name="connsiteX5" fmla="*/ 12361 w 4788322"/>
              <a:gd name="connsiteY5" fmla="*/ 2638950 h 2713249"/>
              <a:gd name="connsiteX6" fmla="*/ 0 w 4788322"/>
              <a:gd name="connsiteY6" fmla="*/ 2394161 h 2713249"/>
              <a:gd name="connsiteX7" fmla="*/ 2394161 w 4788322"/>
              <a:gd name="connsiteY7" fmla="*/ 0 h 2713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88322" h="2713249">
                <a:moveTo>
                  <a:pt x="2394161" y="0"/>
                </a:moveTo>
                <a:cubicBezTo>
                  <a:pt x="3716420" y="0"/>
                  <a:pt x="4788322" y="1071902"/>
                  <a:pt x="4788322" y="2394161"/>
                </a:cubicBezTo>
                <a:cubicBezTo>
                  <a:pt x="4788322" y="2476803"/>
                  <a:pt x="4784135" y="2558466"/>
                  <a:pt x="4775962" y="2638950"/>
                </a:cubicBezTo>
                <a:lnTo>
                  <a:pt x="4764622" y="2713249"/>
                </a:lnTo>
                <a:lnTo>
                  <a:pt x="23700" y="2713249"/>
                </a:lnTo>
                <a:lnTo>
                  <a:pt x="12361" y="2638950"/>
                </a:lnTo>
                <a:cubicBezTo>
                  <a:pt x="4187" y="2558466"/>
                  <a:pt x="0" y="2476803"/>
                  <a:pt x="0" y="2394161"/>
                </a:cubicBezTo>
                <a:cubicBezTo>
                  <a:pt x="0" y="1071902"/>
                  <a:pt x="1071902" y="0"/>
                  <a:pt x="2394161" y="0"/>
                </a:cubicBezTo>
                <a:close/>
              </a:path>
            </a:pathLst>
          </a:custGeom>
          <a:solidFill>
            <a:schemeClr val="accent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>
              <a:solidFill>
                <a:schemeClr val="accent1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651D38D-DD64-4914-C669-30AA47A5A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3408" y="1325880"/>
            <a:ext cx="5093208" cy="2816352"/>
          </a:xfrm>
        </p:spPr>
        <p:txBody>
          <a:bodyPr lIns="0" tIns="0" rIns="0" bIns="0" anchor="b">
            <a:noAutofit/>
          </a:bodyPr>
          <a:lstStyle>
            <a:lvl1pPr>
              <a:defRPr sz="24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A8DA7F4-A65E-7F16-9966-719CC1CE28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93408" y="4462272"/>
            <a:ext cx="3995928" cy="1956816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buNone/>
              <a:defRPr sz="1350" cap="none" spc="0" baseline="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D6A538-39F8-D45E-F4C1-38779C640BBC}"/>
              </a:ext>
            </a:extLst>
          </p:cNvPr>
          <p:cNvSpPr/>
          <p:nvPr/>
        </p:nvSpPr>
        <p:spPr>
          <a:xfrm>
            <a:off x="11792373" y="0"/>
            <a:ext cx="40881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2222301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0">
            <a:extLst>
              <a:ext uri="{FF2B5EF4-FFF2-40B4-BE49-F238E27FC236}">
                <a16:creationId xmlns:a16="http://schemas.microsoft.com/office/drawing/2014/main" id="{AB86DE8E-78DF-CA66-5AED-C7FF0CCF03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10512" y="4010868"/>
            <a:ext cx="5056095" cy="2847135"/>
          </a:xfrm>
          <a:custGeom>
            <a:avLst/>
            <a:gdLst>
              <a:gd name="connsiteX0" fmla="*/ 2528047 w 5056094"/>
              <a:gd name="connsiteY0" fmla="*/ 0 h 2847135"/>
              <a:gd name="connsiteX1" fmla="*/ 5056094 w 5056094"/>
              <a:gd name="connsiteY1" fmla="*/ 2528047 h 2847135"/>
              <a:gd name="connsiteX2" fmla="*/ 5043042 w 5056094"/>
              <a:gd name="connsiteY2" fmla="*/ 2786525 h 2847135"/>
              <a:gd name="connsiteX3" fmla="*/ 5033792 w 5056094"/>
              <a:gd name="connsiteY3" fmla="*/ 2847135 h 2847135"/>
              <a:gd name="connsiteX4" fmla="*/ 22302 w 5056094"/>
              <a:gd name="connsiteY4" fmla="*/ 2847135 h 2847135"/>
              <a:gd name="connsiteX5" fmla="*/ 13052 w 5056094"/>
              <a:gd name="connsiteY5" fmla="*/ 2786525 h 2847135"/>
              <a:gd name="connsiteX6" fmla="*/ 0 w 5056094"/>
              <a:gd name="connsiteY6" fmla="*/ 2528047 h 2847135"/>
              <a:gd name="connsiteX7" fmla="*/ 2528047 w 5056094"/>
              <a:gd name="connsiteY7" fmla="*/ 0 h 2847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56094" h="2847135">
                <a:moveTo>
                  <a:pt x="2528047" y="0"/>
                </a:moveTo>
                <a:cubicBezTo>
                  <a:pt x="3924249" y="0"/>
                  <a:pt x="5056094" y="1131845"/>
                  <a:pt x="5056094" y="2528047"/>
                </a:cubicBezTo>
                <a:cubicBezTo>
                  <a:pt x="5056094" y="2615310"/>
                  <a:pt x="5051673" y="2701540"/>
                  <a:pt x="5043042" y="2786525"/>
                </a:cubicBezTo>
                <a:lnTo>
                  <a:pt x="5033792" y="2847135"/>
                </a:lnTo>
                <a:lnTo>
                  <a:pt x="22302" y="2847135"/>
                </a:lnTo>
                <a:lnTo>
                  <a:pt x="13052" y="2786525"/>
                </a:lnTo>
                <a:cubicBezTo>
                  <a:pt x="4422" y="2701540"/>
                  <a:pt x="0" y="2615310"/>
                  <a:pt x="0" y="2528047"/>
                </a:cubicBezTo>
                <a:cubicBezTo>
                  <a:pt x="0" y="1131845"/>
                  <a:pt x="1131845" y="0"/>
                  <a:pt x="2528047" y="0"/>
                </a:cubicBezTo>
                <a:close/>
              </a:path>
            </a:pathLst>
          </a:custGeom>
          <a:solidFill>
            <a:schemeClr val="accent1">
              <a:alpha val="8969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>
              <a:solidFill>
                <a:schemeClr val="accent1"/>
              </a:solidFill>
            </a:endParaRPr>
          </a:p>
        </p:txBody>
      </p:sp>
      <p:pic>
        <p:nvPicPr>
          <p:cNvPr id="15" name="Picture 14" descr="Modern house with cubic design">
            <a:extLst>
              <a:ext uri="{FF2B5EF4-FFF2-40B4-BE49-F238E27FC236}">
                <a16:creationId xmlns:a16="http://schemas.microsoft.com/office/drawing/2014/main" id="{FE966628-FEAF-3BD3-2DC4-23A466ABB93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12000" contrast="-1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-406" r="17667" b="23487"/>
          <a:stretch/>
        </p:blipFill>
        <p:spPr>
          <a:xfrm>
            <a:off x="4124295" y="2125402"/>
            <a:ext cx="7678065" cy="47325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0392" y="420624"/>
            <a:ext cx="10954512" cy="1463040"/>
          </a:xfrm>
        </p:spPr>
        <p:txBody>
          <a:bodyPr lIns="0" tIns="0" rIns="0" bIns="0" anchor="b">
            <a:noAutofit/>
          </a:bodyPr>
          <a:lstStyle>
            <a:lvl1pPr>
              <a:lnSpc>
                <a:spcPct val="100000"/>
              </a:lnSpc>
              <a:defRPr sz="2400" b="0" i="0" spc="450" baseline="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D9CFE2-F1DE-34DA-A154-9AE903E5B7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50899" y="2231136"/>
            <a:ext cx="4828032" cy="3566160"/>
          </a:xfrm>
        </p:spPr>
        <p:txBody>
          <a:bodyPr/>
          <a:lstStyle>
            <a:lvl1pPr marL="212598" indent="-212598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310569-B083-466A-F24B-8C44360B4E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B78C1-0CD8-FD34-E7BB-B8F6E296A4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546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1D5B031-92C7-C093-2551-D07457044EAC}"/>
              </a:ext>
            </a:extLst>
          </p:cNvPr>
          <p:cNvGrpSpPr/>
          <p:nvPr/>
        </p:nvGrpSpPr>
        <p:grpSpPr>
          <a:xfrm>
            <a:off x="-2" y="-2"/>
            <a:ext cx="12191611" cy="6858001"/>
            <a:chOff x="-1" y="-2"/>
            <a:chExt cx="12191610" cy="6858001"/>
          </a:xfrm>
        </p:grpSpPr>
        <p:pic>
          <p:nvPicPr>
            <p:cNvPr id="4" name="Picture Placeholder 14" descr="White modern architecture">
              <a:extLst>
                <a:ext uri="{FF2B5EF4-FFF2-40B4-BE49-F238E27FC236}">
                  <a16:creationId xmlns:a16="http://schemas.microsoft.com/office/drawing/2014/main" id="{21A49D77-8AEF-828A-03A8-2845B710DEE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2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6155702" y="-2"/>
              <a:ext cx="6035907" cy="68580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</p:pic>
        <p:pic>
          <p:nvPicPr>
            <p:cNvPr id="5" name="Picture Placeholder 14" descr="White modern architecture">
              <a:extLst>
                <a:ext uri="{FF2B5EF4-FFF2-40B4-BE49-F238E27FC236}">
                  <a16:creationId xmlns:a16="http://schemas.microsoft.com/office/drawing/2014/main" id="{206EA98F-16E6-C607-6268-D08FD83B704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2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-1" y="-2"/>
              <a:ext cx="6035907" cy="68580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</p:pic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7E6947B8-AA10-E633-EF28-E1A80069E8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48932" y="0"/>
            <a:ext cx="6894136" cy="6894136"/>
          </a:xfrm>
          <a:custGeom>
            <a:avLst/>
            <a:gdLst>
              <a:gd name="connsiteX0" fmla="*/ 3447068 w 6894136"/>
              <a:gd name="connsiteY0" fmla="*/ 0 h 6894136"/>
              <a:gd name="connsiteX1" fmla="*/ 6894136 w 6894136"/>
              <a:gd name="connsiteY1" fmla="*/ 3447068 h 6894136"/>
              <a:gd name="connsiteX2" fmla="*/ 3447068 w 6894136"/>
              <a:gd name="connsiteY2" fmla="*/ 6894136 h 6894136"/>
              <a:gd name="connsiteX3" fmla="*/ 0 w 6894136"/>
              <a:gd name="connsiteY3" fmla="*/ 3447068 h 6894136"/>
              <a:gd name="connsiteX4" fmla="*/ 3447068 w 6894136"/>
              <a:gd name="connsiteY4" fmla="*/ 0 h 6894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94136" h="6894136">
                <a:moveTo>
                  <a:pt x="3447068" y="0"/>
                </a:moveTo>
                <a:cubicBezTo>
                  <a:pt x="5350831" y="0"/>
                  <a:pt x="6894136" y="1543305"/>
                  <a:pt x="6894136" y="3447068"/>
                </a:cubicBezTo>
                <a:cubicBezTo>
                  <a:pt x="6894136" y="5350831"/>
                  <a:pt x="5350831" y="6894136"/>
                  <a:pt x="3447068" y="6894136"/>
                </a:cubicBezTo>
                <a:cubicBezTo>
                  <a:pt x="1543305" y="6894136"/>
                  <a:pt x="0" y="5350831"/>
                  <a:pt x="0" y="3447068"/>
                </a:cubicBezTo>
                <a:cubicBezTo>
                  <a:pt x="0" y="1543305"/>
                  <a:pt x="1543305" y="0"/>
                  <a:pt x="3447068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algn="ctr">
              <a:defRPr sz="3375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95259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F7D74-558F-4816-9367-4004FFA2B6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6879" y="868680"/>
            <a:ext cx="5248656" cy="2157984"/>
          </a:xfrm>
        </p:spPr>
        <p:txBody>
          <a:bodyPr lIns="0" tIns="0" rIns="0" bIns="0">
            <a:noAutofit/>
          </a:bodyPr>
          <a:lstStyle>
            <a:lvl1pPr>
              <a:defRPr sz="24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075B629-22B4-B399-5D07-4652BF68213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" y="3159128"/>
            <a:ext cx="4577463" cy="3698875"/>
          </a:xfrm>
          <a:custGeom>
            <a:avLst/>
            <a:gdLst>
              <a:gd name="connsiteX0" fmla="*/ 1934275 w 4577463"/>
              <a:gd name="connsiteY0" fmla="*/ 0 h 3698875"/>
              <a:gd name="connsiteX1" fmla="*/ 4577463 w 4577463"/>
              <a:gd name="connsiteY1" fmla="*/ 2643188 h 3698875"/>
              <a:gd name="connsiteX2" fmla="*/ 4369748 w 4577463"/>
              <a:gd name="connsiteY2" fmla="*/ 3672036 h 3698875"/>
              <a:gd name="connsiteX3" fmla="*/ 4356819 w 4577463"/>
              <a:gd name="connsiteY3" fmla="*/ 3698875 h 3698875"/>
              <a:gd name="connsiteX4" fmla="*/ 0 w 4577463"/>
              <a:gd name="connsiteY4" fmla="*/ 3698875 h 3698875"/>
              <a:gd name="connsiteX5" fmla="*/ 0 w 4577463"/>
              <a:gd name="connsiteY5" fmla="*/ 845097 h 3698875"/>
              <a:gd name="connsiteX6" fmla="*/ 87814 w 4577463"/>
              <a:gd name="connsiteY6" fmla="*/ 751885 h 3698875"/>
              <a:gd name="connsiteX7" fmla="*/ 1934275 w 4577463"/>
              <a:gd name="connsiteY7" fmla="*/ 0 h 3698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7463" h="3698875">
                <a:moveTo>
                  <a:pt x="1934275" y="0"/>
                </a:moveTo>
                <a:cubicBezTo>
                  <a:pt x="3394067" y="0"/>
                  <a:pt x="4577463" y="1183396"/>
                  <a:pt x="4577463" y="2643188"/>
                </a:cubicBezTo>
                <a:cubicBezTo>
                  <a:pt x="4577463" y="3008136"/>
                  <a:pt x="4503501" y="3355810"/>
                  <a:pt x="4369748" y="3672036"/>
                </a:cubicBezTo>
                <a:lnTo>
                  <a:pt x="4356819" y="3698875"/>
                </a:lnTo>
                <a:lnTo>
                  <a:pt x="0" y="3698875"/>
                </a:lnTo>
                <a:lnTo>
                  <a:pt x="0" y="845097"/>
                </a:lnTo>
                <a:lnTo>
                  <a:pt x="87814" y="751885"/>
                </a:lnTo>
                <a:cubicBezTo>
                  <a:pt x="564249" y="286676"/>
                  <a:pt x="1215784" y="0"/>
                  <a:pt x="193427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1B16EE8-89D3-7E4F-90BE-68EAAD85CBB7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6729984" y="786384"/>
            <a:ext cx="4617720" cy="2770632"/>
          </a:xfrm>
        </p:spPr>
        <p:txBody>
          <a:bodyPr lIns="0" tIns="0" rIns="0" bIns="0">
            <a:norm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350" b="1" cap="all" baseline="0">
                <a:latin typeface="+mn-lt"/>
              </a:defRPr>
            </a:lvl1pPr>
            <a:lvl2pPr marL="0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>
                <a:latin typeface="+mn-lt"/>
              </a:defRPr>
            </a:lvl2pPr>
            <a:lvl3pPr marL="212598" indent="-257175">
              <a:lnSpc>
                <a:spcPct val="120000"/>
              </a:lnSpc>
              <a:buFont typeface="Arial" panose="020B0604020202020204" pitchFamily="34" charset="0"/>
              <a:buChar char="•"/>
              <a:defRPr>
                <a:latin typeface="+mn-lt"/>
              </a:defRPr>
            </a:lvl3pPr>
            <a:lvl4pPr marL="411480" indent="-214313">
              <a:lnSpc>
                <a:spcPct val="120000"/>
              </a:lnSpc>
              <a:buFont typeface="Arial" panose="020B0604020202020204" pitchFamily="34" charset="0"/>
              <a:buChar char="•"/>
              <a:defRPr>
                <a:latin typeface="+mn-lt"/>
              </a:defRPr>
            </a:lvl4pPr>
            <a:lvl5pPr marL="617220" indent="-214313">
              <a:lnSpc>
                <a:spcPct val="120000"/>
              </a:lnSpc>
              <a:buFont typeface="Arial" panose="020B0604020202020204" pitchFamily="34" charset="0"/>
              <a:buChar char="•"/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29984" y="3858768"/>
            <a:ext cx="4617720" cy="2770632"/>
          </a:xfrm>
        </p:spPr>
        <p:txBody>
          <a:bodyPr lIns="0" tIns="0" rIns="0" bIns="0">
            <a:norm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350" b="1" cap="all" baseline="0">
                <a:latin typeface="+mn-lt"/>
              </a:defRPr>
            </a:lvl1pPr>
            <a:lvl2pPr marL="212598" indent="-212598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•"/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04B56E-067D-C824-6EEB-3CCE57E4B5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5DB247-3AE7-BCCA-E0CC-BC0FD69A7E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398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250F21D-F2DD-7321-0EAB-DA9F671A25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0392" y="182880"/>
            <a:ext cx="10122632" cy="1307592"/>
          </a:xfrm>
        </p:spPr>
        <p:txBody>
          <a:bodyPr anchor="b">
            <a:noAutofit/>
          </a:bodyPr>
          <a:lstStyle>
            <a:lvl1pPr algn="l">
              <a:defRPr sz="2400" baseline="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50392" y="1837944"/>
            <a:ext cx="10085832" cy="1426464"/>
          </a:xfrm>
        </p:spPr>
        <p:txBody>
          <a:bodyPr lIns="0" tIns="45720" rIns="91440" bIns="4572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350">
                <a:latin typeface="+mn-lt"/>
              </a:defRPr>
            </a:lvl1pPr>
            <a:lvl2pPr>
              <a:defRPr sz="135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7731A911-7B7E-249D-2D6A-132D4B395A3C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850392" y="3950208"/>
            <a:ext cx="10085832" cy="2331720"/>
          </a:xfrm>
        </p:spPr>
        <p:txBody>
          <a:bodyPr lIns="0" tIns="0" rIns="0" bIns="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350">
                <a:latin typeface="+mn-lt"/>
              </a:defRPr>
            </a:lvl1pPr>
            <a:lvl2pPr>
              <a:defRPr sz="135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8EECBEC-47C0-1CBF-96E7-318D538984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5D78F7-5CBD-4D51-970A-4C050848D6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927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250F21D-F2DD-7321-0EAB-DA9F671A25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0392" y="182880"/>
            <a:ext cx="10122632" cy="1307592"/>
          </a:xfrm>
        </p:spPr>
        <p:txBody>
          <a:bodyPr anchor="b">
            <a:noAutofit/>
          </a:bodyPr>
          <a:lstStyle>
            <a:lvl1pPr algn="l">
              <a:defRPr sz="2400" baseline="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50392" y="1837944"/>
            <a:ext cx="3941064" cy="4270248"/>
          </a:xfrm>
        </p:spPr>
        <p:txBody>
          <a:bodyPr lIns="91440" tIns="45720" rIns="91440" bIns="4572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defRPr sz="1350" b="1" cap="all" baseline="0">
                <a:latin typeface="+mn-lt"/>
              </a:defRPr>
            </a:lvl1pPr>
            <a:lvl2pPr marL="212598" indent="-214313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•"/>
              <a:defRPr sz="1350">
                <a:latin typeface="+mn-lt"/>
              </a:defRPr>
            </a:lvl2pPr>
            <a:lvl3pPr marL="411480" indent="-214313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7731A911-7B7E-249D-2D6A-132D4B395A3C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614416" y="1837944"/>
            <a:ext cx="5358384" cy="4270248"/>
          </a:xfrm>
        </p:spPr>
        <p:txBody>
          <a:bodyPr lIns="0" tIns="0" rIns="0" bIns="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350">
                <a:latin typeface="+mn-lt"/>
              </a:defRPr>
            </a:lvl1pPr>
            <a:lvl2pPr>
              <a:defRPr sz="135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8EECBEC-47C0-1CBF-96E7-318D538984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5D78F7-5CBD-4D51-970A-4C050848D6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835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5987AE2-5803-BA29-C76B-C9FA864D3F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0392" y="182880"/>
            <a:ext cx="10122632" cy="1307592"/>
          </a:xfrm>
        </p:spPr>
        <p:txBody>
          <a:bodyPr anchor="b">
            <a:noAutofit/>
          </a:bodyPr>
          <a:lstStyle>
            <a:lvl1pPr algn="l">
              <a:defRPr sz="2400" baseline="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50168" y="1828800"/>
            <a:ext cx="10126363" cy="4351338"/>
          </a:xfrm>
        </p:spPr>
        <p:txBody>
          <a:bodyPr lIns="0" tIns="0" rIns="0" bIns="0">
            <a:no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8EECBEC-47C0-1CBF-96E7-318D538984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5D78F7-5CBD-4D51-970A-4C050848D6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841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B8540B3-3734-5A53-D7E0-D89871A371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0392" y="182880"/>
            <a:ext cx="10085832" cy="1307592"/>
          </a:xfrm>
        </p:spPr>
        <p:txBody>
          <a:bodyPr anchor="b">
            <a:noAutofit/>
          </a:bodyPr>
          <a:lstStyle>
            <a:lvl1pPr algn="l">
              <a:defRPr sz="2400" baseline="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7E6B22B6-D5E7-7C52-B588-374568C8DD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50392" y="1911096"/>
            <a:ext cx="4837176" cy="2898648"/>
          </a:xfrm>
        </p:spPr>
        <p:txBody>
          <a:bodyPr lIns="0" tIns="0" rIns="0" bIns="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350" cap="none" baseline="0">
                <a:latin typeface="+mn-lt"/>
              </a:defRPr>
            </a:lvl1pPr>
            <a:lvl2pPr marL="212598" indent="-214313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•"/>
              <a:defRPr sz="1350">
                <a:latin typeface="+mn-lt"/>
              </a:defRPr>
            </a:lvl2pPr>
            <a:lvl3pPr marL="411480" indent="-214313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CDBC7A5-FE31-E809-7729-4AFA9CFD0DEB}"/>
              </a:ext>
            </a:extLst>
          </p:cNvPr>
          <p:cNvSpPr>
            <a:spLocks noGrp="1"/>
          </p:cNvSpPr>
          <p:nvPr>
            <p:ph sz="half" idx="36"/>
          </p:nvPr>
        </p:nvSpPr>
        <p:spPr>
          <a:xfrm>
            <a:off x="6812280" y="1911096"/>
            <a:ext cx="4453128" cy="1911096"/>
          </a:xfrm>
        </p:spPr>
        <p:txBody>
          <a:bodyPr lIns="0" tIns="0" rIns="0" bIns="0">
            <a:noAutofit/>
          </a:bodyPr>
          <a:lstStyle>
            <a:lvl1pPr marL="214313" indent="-214313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•"/>
              <a:defRPr sz="1350" cap="none" baseline="0">
                <a:latin typeface="+mn-lt"/>
              </a:defRPr>
            </a:lvl1pPr>
            <a:lvl2pPr marL="411480" indent="-214313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•"/>
              <a:defRPr sz="1350">
                <a:latin typeface="+mn-lt"/>
              </a:defRPr>
            </a:lvl2pPr>
            <a:lvl3pPr marL="617220" indent="-214313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C39E8D03-897F-C49F-D816-03B8BD63013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2280" y="4242816"/>
            <a:ext cx="4123944" cy="2615184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A615220-DA65-3A8D-609D-95B6D86B192A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C2A57F-F2BF-F3B3-9D45-5DCD2608D80C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0251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arge walking intersection with one lone person">
            <a:extLst>
              <a:ext uri="{FF2B5EF4-FFF2-40B4-BE49-F238E27FC236}">
                <a16:creationId xmlns:a16="http://schemas.microsoft.com/office/drawing/2014/main" id="{09010683-ED2B-BF6C-90F9-AF09D38DB67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27000" contrast="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1811000" cy="6858000"/>
          </a:xfrm>
          <a:prstGeom prst="rect">
            <a:avLst/>
          </a:prstGeom>
        </p:spPr>
      </p:pic>
      <p:sp>
        <p:nvSpPr>
          <p:cNvPr id="6" name="Freeform 12">
            <a:extLst>
              <a:ext uri="{FF2B5EF4-FFF2-40B4-BE49-F238E27FC236}">
                <a16:creationId xmlns:a16="http://schemas.microsoft.com/office/drawing/2014/main" id="{82C1C4E7-A67E-5E90-3669-D2982C30E4FC}"/>
              </a:ext>
            </a:extLst>
          </p:cNvPr>
          <p:cNvSpPr/>
          <p:nvPr/>
        </p:nvSpPr>
        <p:spPr>
          <a:xfrm>
            <a:off x="777819" y="0"/>
            <a:ext cx="8272488" cy="6858000"/>
          </a:xfrm>
          <a:custGeom>
            <a:avLst/>
            <a:gdLst>
              <a:gd name="connsiteX0" fmla="*/ 2449074 w 8272488"/>
              <a:gd name="connsiteY0" fmla="*/ 0 h 6858000"/>
              <a:gd name="connsiteX1" fmla="*/ 5823415 w 8272488"/>
              <a:gd name="connsiteY1" fmla="*/ 0 h 6858000"/>
              <a:gd name="connsiteX2" fmla="*/ 5929477 w 8272488"/>
              <a:gd name="connsiteY2" fmla="*/ 47950 h 6858000"/>
              <a:gd name="connsiteX3" fmla="*/ 8272488 w 8272488"/>
              <a:gd name="connsiteY3" fmla="*/ 3776315 h 6858000"/>
              <a:gd name="connsiteX4" fmla="*/ 7025715 w 8272488"/>
              <a:gd name="connsiteY4" fmla="*/ 6735959 h 6858000"/>
              <a:gd name="connsiteX5" fmla="*/ 6893036 w 8272488"/>
              <a:gd name="connsiteY5" fmla="*/ 6858000 h 6858000"/>
              <a:gd name="connsiteX6" fmla="*/ 1379452 w 8272488"/>
              <a:gd name="connsiteY6" fmla="*/ 6858000 h 6858000"/>
              <a:gd name="connsiteX7" fmla="*/ 1246773 w 8272488"/>
              <a:gd name="connsiteY7" fmla="*/ 6735959 h 6858000"/>
              <a:gd name="connsiteX8" fmla="*/ 0 w 8272488"/>
              <a:gd name="connsiteY8" fmla="*/ 3776315 h 6858000"/>
              <a:gd name="connsiteX9" fmla="*/ 2343012 w 8272488"/>
              <a:gd name="connsiteY9" fmla="*/ 479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72488" h="6858000">
                <a:moveTo>
                  <a:pt x="2449074" y="0"/>
                </a:moveTo>
                <a:lnTo>
                  <a:pt x="5823415" y="0"/>
                </a:lnTo>
                <a:lnTo>
                  <a:pt x="5929477" y="47950"/>
                </a:lnTo>
                <a:cubicBezTo>
                  <a:pt x="7315814" y="715956"/>
                  <a:pt x="8272488" y="2134414"/>
                  <a:pt x="8272488" y="3776315"/>
                </a:cubicBezTo>
                <a:cubicBezTo>
                  <a:pt x="8272488" y="4936354"/>
                  <a:pt x="7794942" y="5984857"/>
                  <a:pt x="7025715" y="6735959"/>
                </a:cubicBezTo>
                <a:lnTo>
                  <a:pt x="6893036" y="6858000"/>
                </a:lnTo>
                <a:lnTo>
                  <a:pt x="1379452" y="6858000"/>
                </a:lnTo>
                <a:lnTo>
                  <a:pt x="1246773" y="6735959"/>
                </a:lnTo>
                <a:cubicBezTo>
                  <a:pt x="477546" y="5984857"/>
                  <a:pt x="0" y="4936354"/>
                  <a:pt x="0" y="3776315"/>
                </a:cubicBezTo>
                <a:cubicBezTo>
                  <a:pt x="0" y="2134414"/>
                  <a:pt x="956674" y="715956"/>
                  <a:pt x="2343012" y="4795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A36714-0A6D-7D0D-3336-B8081C409B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7198" y="2188198"/>
            <a:ext cx="5985159" cy="1594507"/>
          </a:xfrm>
        </p:spPr>
        <p:txBody>
          <a:bodyPr lIns="0" tIns="0" rIns="0" bIns="0" anchor="b">
            <a:noAutofit/>
          </a:bodyPr>
          <a:lstStyle>
            <a:lvl1pPr>
              <a:defRPr sz="2400" b="1" i="0" baseline="0">
                <a:solidFill>
                  <a:schemeClr val="tx1"/>
                </a:solidFill>
                <a:latin typeface="+mj-lt"/>
                <a:cs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FA9DBC5-E4A8-5230-9CE1-902849869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7196" y="4078224"/>
            <a:ext cx="5444517" cy="1731890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350" b="0" i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9F29DD-6F0C-B005-FD16-89C061AE31C9}"/>
              </a:ext>
            </a:extLst>
          </p:cNvPr>
          <p:cNvSpPr/>
          <p:nvPr/>
        </p:nvSpPr>
        <p:spPr>
          <a:xfrm>
            <a:off x="10408059" y="1151135"/>
            <a:ext cx="190347" cy="1037063"/>
          </a:xfrm>
          <a:prstGeom prst="rect">
            <a:avLst/>
          </a:prstGeom>
          <a:solidFill>
            <a:schemeClr val="accent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350" dirty="0">
              <a:solidFill>
                <a:schemeClr val="accent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980795-C54D-B27A-60D2-8758CAF840E2}"/>
              </a:ext>
            </a:extLst>
          </p:cNvPr>
          <p:cNvSpPr/>
          <p:nvPr/>
        </p:nvSpPr>
        <p:spPr>
          <a:xfrm>
            <a:off x="10987993" y="114072"/>
            <a:ext cx="190347" cy="1037063"/>
          </a:xfrm>
          <a:prstGeom prst="rect">
            <a:avLst/>
          </a:prstGeom>
          <a:solidFill>
            <a:schemeClr val="accent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35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44150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9512" y="457201"/>
            <a:ext cx="10272889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9512" y="2667000"/>
            <a:ext cx="10272889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792440" y="6108174"/>
            <a:ext cx="1143297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30197" y="6108174"/>
            <a:ext cx="708602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11957" y="6108174"/>
            <a:ext cx="57044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7238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745423B0-7C98-D37F-D7B1-A48FBA96DAF9}"/>
              </a:ext>
            </a:extLst>
          </p:cNvPr>
          <p:cNvGrpSpPr/>
          <p:nvPr/>
        </p:nvGrpSpPr>
        <p:grpSpPr>
          <a:xfrm>
            <a:off x="1364120" y="0"/>
            <a:ext cx="4846181" cy="6858000"/>
            <a:chOff x="1364119" y="0"/>
            <a:chExt cx="4846181" cy="6858000"/>
          </a:xfrm>
        </p:grpSpPr>
        <p:sp>
          <p:nvSpPr>
            <p:cNvPr id="4" name="Parallelogram 3">
              <a:extLst>
                <a:ext uri="{FF2B5EF4-FFF2-40B4-BE49-F238E27FC236}">
                  <a16:creationId xmlns:a16="http://schemas.microsoft.com/office/drawing/2014/main" id="{A9D77757-0621-ABBC-8728-CA03048D3B05}"/>
                </a:ext>
              </a:extLst>
            </p:cNvPr>
            <p:cNvSpPr/>
            <p:nvPr userDrawn="1"/>
          </p:nvSpPr>
          <p:spPr>
            <a:xfrm rot="5400000">
              <a:off x="1098663" y="2492661"/>
              <a:ext cx="2139742" cy="1608829"/>
            </a:xfrm>
            <a:prstGeom prst="parallelogram">
              <a:avLst>
                <a:gd name="adj" fmla="val 37621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5" name="Parallelogram 4">
              <a:extLst>
                <a:ext uri="{FF2B5EF4-FFF2-40B4-BE49-F238E27FC236}">
                  <a16:creationId xmlns:a16="http://schemas.microsoft.com/office/drawing/2014/main" id="{72123248-BFC1-FF02-21D0-EECEA8AF5CDF}"/>
                </a:ext>
              </a:extLst>
            </p:cNvPr>
            <p:cNvSpPr/>
            <p:nvPr userDrawn="1"/>
          </p:nvSpPr>
          <p:spPr>
            <a:xfrm rot="16200000" flipH="1">
              <a:off x="2707492" y="3163006"/>
              <a:ext cx="2139742" cy="1608829"/>
            </a:xfrm>
            <a:prstGeom prst="parallelogram">
              <a:avLst>
                <a:gd name="adj" fmla="val 3762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6" name="Parallelogram 5">
              <a:extLst>
                <a:ext uri="{FF2B5EF4-FFF2-40B4-BE49-F238E27FC236}">
                  <a16:creationId xmlns:a16="http://schemas.microsoft.com/office/drawing/2014/main" id="{A7C67865-6B5A-BF36-B44B-BEEE9D58869D}"/>
                </a:ext>
              </a:extLst>
            </p:cNvPr>
            <p:cNvSpPr/>
            <p:nvPr userDrawn="1"/>
          </p:nvSpPr>
          <p:spPr>
            <a:xfrm rot="16200000" flipH="1">
              <a:off x="1676449" y="5220917"/>
              <a:ext cx="1480122" cy="1112873"/>
            </a:xfrm>
            <a:prstGeom prst="parallelogram">
              <a:avLst>
                <a:gd name="adj" fmla="val 37621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7" name="Parallelogram 6">
              <a:extLst>
                <a:ext uri="{FF2B5EF4-FFF2-40B4-BE49-F238E27FC236}">
                  <a16:creationId xmlns:a16="http://schemas.microsoft.com/office/drawing/2014/main" id="{8F825108-EC07-8F6D-D924-31E77DCF54AE}"/>
                </a:ext>
              </a:extLst>
            </p:cNvPr>
            <p:cNvSpPr/>
            <p:nvPr userDrawn="1"/>
          </p:nvSpPr>
          <p:spPr>
            <a:xfrm rot="5400000">
              <a:off x="4401561" y="2044957"/>
              <a:ext cx="1452672" cy="1092234"/>
            </a:xfrm>
            <a:prstGeom prst="parallelogram">
              <a:avLst>
                <a:gd name="adj" fmla="val 37621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DC97033A-039C-15C5-D124-AFC668E931F7}"/>
                </a:ext>
              </a:extLst>
            </p:cNvPr>
            <p:cNvSpPr/>
            <p:nvPr userDrawn="1"/>
          </p:nvSpPr>
          <p:spPr>
            <a:xfrm rot="16200000" flipH="1">
              <a:off x="3800823" y="1343212"/>
              <a:ext cx="891562" cy="670347"/>
            </a:xfrm>
            <a:prstGeom prst="parallelogram">
              <a:avLst>
                <a:gd name="adj" fmla="val 3762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B83D132C-729A-15B1-7143-44FD9A427534}"/>
                </a:ext>
              </a:extLst>
            </p:cNvPr>
            <p:cNvSpPr/>
            <p:nvPr userDrawn="1"/>
          </p:nvSpPr>
          <p:spPr>
            <a:xfrm rot="5400000">
              <a:off x="3130480" y="1343212"/>
              <a:ext cx="891562" cy="670347"/>
            </a:xfrm>
            <a:prstGeom prst="parallelogram">
              <a:avLst>
                <a:gd name="adj" fmla="val 37621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1C09FE09-112D-36E4-57E9-CF5AB3DD60B2}"/>
                </a:ext>
              </a:extLst>
            </p:cNvPr>
            <p:cNvSpPr/>
            <p:nvPr userDrawn="1"/>
          </p:nvSpPr>
          <p:spPr>
            <a:xfrm rot="16200000" flipH="1">
              <a:off x="3152597" y="607830"/>
              <a:ext cx="713257" cy="536284"/>
            </a:xfrm>
            <a:prstGeom prst="parallelogram">
              <a:avLst>
                <a:gd name="adj" fmla="val 37621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DBF58305-6FAD-EDB3-AD09-3B639CC502FD}"/>
                </a:ext>
              </a:extLst>
            </p:cNvPr>
            <p:cNvSpPr/>
            <p:nvPr userDrawn="1"/>
          </p:nvSpPr>
          <p:spPr>
            <a:xfrm rot="16200000" flipH="1">
              <a:off x="5585529" y="1658645"/>
              <a:ext cx="713257" cy="536284"/>
            </a:xfrm>
            <a:prstGeom prst="parallelogram">
              <a:avLst>
                <a:gd name="adj" fmla="val 37621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47456B8-D2C2-6CA9-F951-BD927BD98AA9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374279" y="0"/>
              <a:ext cx="0" cy="2283416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3E5883C-F14E-0C22-E7E0-1F537C48662B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5663854" y="3297075"/>
              <a:ext cx="0" cy="3560925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8AAEFD4-99D1-89F9-461D-3E8F251F2CC3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3764668" y="1"/>
              <a:ext cx="0" cy="563879"/>
            </a:xfrm>
            <a:prstGeom prst="line">
              <a:avLst/>
            </a:prstGeom>
            <a:ln w="190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4B4B2E6-6DBE-4205-0885-EF3500EAC3A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4572252" y="1"/>
              <a:ext cx="0" cy="1257299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F367939-CFEB-81CC-4312-02F11EEB3DBF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6199981" y="1"/>
              <a:ext cx="0" cy="1609724"/>
            </a:xfrm>
            <a:prstGeom prst="line">
              <a:avLst/>
            </a:prstGeom>
            <a:ln w="190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5502" y="3297076"/>
            <a:ext cx="11014559" cy="3038196"/>
          </a:xfrm>
        </p:spPr>
        <p:txBody>
          <a:bodyPr anchor="t">
            <a:noAutofit/>
          </a:bodyPr>
          <a:lstStyle>
            <a:lvl1pPr algn="r">
              <a:defRPr sz="2700" spc="113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5502" y="2548965"/>
            <a:ext cx="11014559" cy="649528"/>
          </a:xfrm>
        </p:spPr>
        <p:txBody>
          <a:bodyPr anchor="b">
            <a:normAutofit/>
          </a:bodyPr>
          <a:lstStyle>
            <a:lvl1pPr marL="0" indent="0" algn="r">
              <a:buNone/>
              <a:defRPr sz="1200">
                <a:solidFill>
                  <a:schemeClr val="tx1"/>
                </a:solidFill>
                <a:latin typeface="+mn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0506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512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D157E0B1-2E78-A1F9-9D4F-F1B7F6D22024}"/>
              </a:ext>
            </a:extLst>
          </p:cNvPr>
          <p:cNvGrpSpPr/>
          <p:nvPr/>
        </p:nvGrpSpPr>
        <p:grpSpPr>
          <a:xfrm>
            <a:off x="7039275" y="0"/>
            <a:ext cx="4846181" cy="6858000"/>
            <a:chOff x="1364119" y="0"/>
            <a:chExt cx="4846181" cy="685800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BB5E4AF8-1519-C6C7-4238-42F7EC5AD228}"/>
                </a:ext>
              </a:extLst>
            </p:cNvPr>
            <p:cNvSpPr/>
            <p:nvPr userDrawn="1"/>
          </p:nvSpPr>
          <p:spPr>
            <a:xfrm rot="5400000">
              <a:off x="1098663" y="2492661"/>
              <a:ext cx="2139742" cy="1608829"/>
            </a:xfrm>
            <a:prstGeom prst="parallelogram">
              <a:avLst>
                <a:gd name="adj" fmla="val 37621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9D3582F8-1712-0F2F-06A2-07E68F1F659A}"/>
                </a:ext>
              </a:extLst>
            </p:cNvPr>
            <p:cNvSpPr/>
            <p:nvPr userDrawn="1"/>
          </p:nvSpPr>
          <p:spPr>
            <a:xfrm rot="16200000" flipH="1">
              <a:off x="2707492" y="3163006"/>
              <a:ext cx="2139742" cy="1608829"/>
            </a:xfrm>
            <a:prstGeom prst="parallelogram">
              <a:avLst>
                <a:gd name="adj" fmla="val 3762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0475D3CC-96EC-BD5F-FA28-E14DD62B79E7}"/>
                </a:ext>
              </a:extLst>
            </p:cNvPr>
            <p:cNvSpPr/>
            <p:nvPr userDrawn="1"/>
          </p:nvSpPr>
          <p:spPr>
            <a:xfrm rot="16200000" flipH="1">
              <a:off x="1676449" y="5220917"/>
              <a:ext cx="1480122" cy="1112873"/>
            </a:xfrm>
            <a:prstGeom prst="parallelogram">
              <a:avLst>
                <a:gd name="adj" fmla="val 37621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82F9AB73-3105-492F-5CFE-3B960FD25345}"/>
                </a:ext>
              </a:extLst>
            </p:cNvPr>
            <p:cNvSpPr/>
            <p:nvPr userDrawn="1"/>
          </p:nvSpPr>
          <p:spPr>
            <a:xfrm rot="5400000">
              <a:off x="4401561" y="2044957"/>
              <a:ext cx="1452672" cy="1092234"/>
            </a:xfrm>
            <a:prstGeom prst="parallelogram">
              <a:avLst>
                <a:gd name="adj" fmla="val 37621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2CF459A4-F8D3-B387-7375-F0F3350893E1}"/>
                </a:ext>
              </a:extLst>
            </p:cNvPr>
            <p:cNvSpPr/>
            <p:nvPr userDrawn="1"/>
          </p:nvSpPr>
          <p:spPr>
            <a:xfrm rot="16200000" flipH="1">
              <a:off x="3800823" y="1343212"/>
              <a:ext cx="891562" cy="670347"/>
            </a:xfrm>
            <a:prstGeom prst="parallelogram">
              <a:avLst>
                <a:gd name="adj" fmla="val 3762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D311C9E4-7DF5-BFCC-37C0-1F978D678BAD}"/>
                </a:ext>
              </a:extLst>
            </p:cNvPr>
            <p:cNvSpPr/>
            <p:nvPr userDrawn="1"/>
          </p:nvSpPr>
          <p:spPr>
            <a:xfrm rot="5400000">
              <a:off x="3130480" y="1343212"/>
              <a:ext cx="891562" cy="670347"/>
            </a:xfrm>
            <a:prstGeom prst="parallelogram">
              <a:avLst>
                <a:gd name="adj" fmla="val 37621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346B878F-FB37-72F2-F58F-62638C544269}"/>
                </a:ext>
              </a:extLst>
            </p:cNvPr>
            <p:cNvSpPr/>
            <p:nvPr userDrawn="1"/>
          </p:nvSpPr>
          <p:spPr>
            <a:xfrm rot="16200000" flipH="1">
              <a:off x="3152597" y="607830"/>
              <a:ext cx="713257" cy="536284"/>
            </a:xfrm>
            <a:prstGeom prst="parallelogram">
              <a:avLst>
                <a:gd name="adj" fmla="val 37621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95746579-A7B5-3A39-BA10-22045EE1CD1F}"/>
                </a:ext>
              </a:extLst>
            </p:cNvPr>
            <p:cNvSpPr/>
            <p:nvPr userDrawn="1"/>
          </p:nvSpPr>
          <p:spPr>
            <a:xfrm rot="16200000" flipH="1">
              <a:off x="5585529" y="1658645"/>
              <a:ext cx="713257" cy="536284"/>
            </a:xfrm>
            <a:prstGeom prst="parallelogram">
              <a:avLst>
                <a:gd name="adj" fmla="val 37621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EFE9D28F-F05F-64B3-BBE5-B5CD1B4EABBE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374279" y="0"/>
              <a:ext cx="0" cy="2283416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566758B-3910-5426-EE2D-D69325BF41CB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5663854" y="3297075"/>
              <a:ext cx="0" cy="3560925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F5167B4-BE2F-036B-793A-570512551FCC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3764668" y="1"/>
              <a:ext cx="0" cy="563879"/>
            </a:xfrm>
            <a:prstGeom prst="line">
              <a:avLst/>
            </a:prstGeom>
            <a:ln w="190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782A08D-3638-117F-7947-2DC10BF94409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4572252" y="1"/>
              <a:ext cx="0" cy="1257299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00688DA-A586-6D7F-C28B-D3B23CFD60B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6199981" y="1"/>
              <a:ext cx="0" cy="1609724"/>
            </a:xfrm>
            <a:prstGeom prst="line">
              <a:avLst/>
            </a:prstGeom>
            <a:ln w="190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5400000">
            <a:off x="6800343" y="1616046"/>
            <a:ext cx="5812963" cy="3312664"/>
          </a:xfrm>
        </p:spPr>
        <p:txBody>
          <a:bodyPr anchor="b">
            <a:normAutofit/>
          </a:bodyPr>
          <a:lstStyle>
            <a:lvl1pPr>
              <a:defRPr sz="2400" spc="113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501" y="365896"/>
            <a:ext cx="7133351" cy="5815584"/>
          </a:xfrm>
        </p:spPr>
        <p:txBody>
          <a:bodyPr>
            <a:normAutofit/>
          </a:bodyPr>
          <a:lstStyle>
            <a:lvl1pPr marL="214313" indent="-214313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  <a:latin typeface="+mn-lt"/>
              </a:defRPr>
            </a:lvl1pPr>
            <a:lvl2pPr marL="557213" indent="-214313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  <a:latin typeface="+mn-lt"/>
              </a:defRPr>
            </a:lvl2pPr>
            <a:lvl3pPr marL="900113" indent="-214313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  <a:latin typeface="+mn-lt"/>
              </a:defRPr>
            </a:lvl3pPr>
            <a:lvl4pPr marL="1243013" indent="-214313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  <a:latin typeface="+mn-lt"/>
              </a:defRPr>
            </a:lvl4pPr>
            <a:lvl5pPr marL="1585913" indent="-214313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2"/>
            <a:ext cx="985157" cy="365125"/>
          </a:xfrm>
        </p:spPr>
        <p:txBody>
          <a:bodyPr/>
          <a:lstStyle>
            <a:lvl1pPr>
              <a:defRPr sz="675">
                <a:solidFill>
                  <a:schemeClr val="bg1"/>
                </a:solidFill>
                <a:latin typeface="+mn-lt"/>
              </a:defRPr>
            </a:lvl1pPr>
          </a:lstStyle>
          <a:p>
            <a:fld id="{48A87A34-81AB-432B-8DAE-1953F412C126}" type="datetimeFigureOut">
              <a:rPr lang="en-US" smtClean="0"/>
              <a:pPr/>
              <a:t>12/24/2025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5" y="6356351"/>
            <a:ext cx="2482843" cy="365125"/>
          </a:xfrm>
        </p:spPr>
        <p:txBody>
          <a:bodyPr/>
          <a:lstStyle>
            <a:lvl1pPr>
              <a:defRPr sz="675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2"/>
            <a:ext cx="987552" cy="365125"/>
          </a:xfrm>
        </p:spPr>
        <p:txBody>
          <a:bodyPr/>
          <a:lstStyle>
            <a:lvl1pPr>
              <a:defRPr sz="675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3493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512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1EBF9-6826-475B-8079-C11128991B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1219200" cy="365125"/>
          </a:xfrm>
        </p:spPr>
        <p:txBody>
          <a:bodyPr/>
          <a:lstStyle>
            <a:lvl1pPr>
              <a:defRPr sz="675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48A87A34-81AB-432B-8DAE-1953F412C126}" type="datetimeFigureOut">
              <a:rPr lang="en-US" smtClean="0"/>
              <a:pPr/>
              <a:t>12/24/2025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726A3-DF54-47D2-8C3A-34FD43A19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94100" y="6356352"/>
            <a:ext cx="3479800" cy="365125"/>
          </a:xfrm>
        </p:spPr>
        <p:txBody>
          <a:bodyPr/>
          <a:lstStyle>
            <a:lvl1pPr>
              <a:defRPr sz="675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D125A-4493-4967-9146-841D0EF3B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</p:spPr>
        <p:txBody>
          <a:bodyPr/>
          <a:lstStyle>
            <a:lvl1pPr>
              <a:defRPr sz="675"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30C09AC-6838-5E3F-2C4E-CECEE8F706C7}"/>
              </a:ext>
            </a:extLst>
          </p:cNvPr>
          <p:cNvGrpSpPr/>
          <p:nvPr/>
        </p:nvGrpSpPr>
        <p:grpSpPr>
          <a:xfrm>
            <a:off x="7039275" y="0"/>
            <a:ext cx="4846181" cy="6858000"/>
            <a:chOff x="1364119" y="0"/>
            <a:chExt cx="4846181" cy="6858000"/>
          </a:xfrm>
        </p:grpSpPr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id="{B2BBE8CB-7395-358A-8928-08C05C06B86D}"/>
                </a:ext>
              </a:extLst>
            </p:cNvPr>
            <p:cNvSpPr/>
            <p:nvPr userDrawn="1"/>
          </p:nvSpPr>
          <p:spPr>
            <a:xfrm rot="5400000">
              <a:off x="1098663" y="2492661"/>
              <a:ext cx="2139742" cy="1608829"/>
            </a:xfrm>
            <a:prstGeom prst="parallelogram">
              <a:avLst>
                <a:gd name="adj" fmla="val 37621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67DED6B0-9B62-8E8D-8671-6FBBA7E6E160}"/>
                </a:ext>
              </a:extLst>
            </p:cNvPr>
            <p:cNvSpPr/>
            <p:nvPr userDrawn="1"/>
          </p:nvSpPr>
          <p:spPr>
            <a:xfrm rot="16200000" flipH="1">
              <a:off x="2707492" y="3163006"/>
              <a:ext cx="2139742" cy="1608829"/>
            </a:xfrm>
            <a:prstGeom prst="parallelogram">
              <a:avLst>
                <a:gd name="adj" fmla="val 3762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0B9D2E91-8E76-149A-033E-080BFAE75447}"/>
                </a:ext>
              </a:extLst>
            </p:cNvPr>
            <p:cNvSpPr/>
            <p:nvPr userDrawn="1"/>
          </p:nvSpPr>
          <p:spPr>
            <a:xfrm rot="16200000" flipH="1">
              <a:off x="1676449" y="5220917"/>
              <a:ext cx="1480122" cy="1112873"/>
            </a:xfrm>
            <a:prstGeom prst="parallelogram">
              <a:avLst>
                <a:gd name="adj" fmla="val 37621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470C597D-5259-3A70-8C19-ACF9FA769185}"/>
                </a:ext>
              </a:extLst>
            </p:cNvPr>
            <p:cNvSpPr/>
            <p:nvPr userDrawn="1"/>
          </p:nvSpPr>
          <p:spPr>
            <a:xfrm rot="5400000">
              <a:off x="4401561" y="2044957"/>
              <a:ext cx="1452672" cy="1092234"/>
            </a:xfrm>
            <a:prstGeom prst="parallelogram">
              <a:avLst>
                <a:gd name="adj" fmla="val 37621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34" name="Parallelogram 33">
              <a:extLst>
                <a:ext uri="{FF2B5EF4-FFF2-40B4-BE49-F238E27FC236}">
                  <a16:creationId xmlns:a16="http://schemas.microsoft.com/office/drawing/2014/main" id="{895A2A79-E076-AFB8-B9CE-E796E3F45BF6}"/>
                </a:ext>
              </a:extLst>
            </p:cNvPr>
            <p:cNvSpPr/>
            <p:nvPr userDrawn="1"/>
          </p:nvSpPr>
          <p:spPr>
            <a:xfrm rot="16200000" flipH="1">
              <a:off x="3800823" y="1343212"/>
              <a:ext cx="891562" cy="670347"/>
            </a:xfrm>
            <a:prstGeom prst="parallelogram">
              <a:avLst>
                <a:gd name="adj" fmla="val 3762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35" name="Parallelogram 34">
              <a:extLst>
                <a:ext uri="{FF2B5EF4-FFF2-40B4-BE49-F238E27FC236}">
                  <a16:creationId xmlns:a16="http://schemas.microsoft.com/office/drawing/2014/main" id="{EA448307-022E-0E1B-7992-08D6A4159628}"/>
                </a:ext>
              </a:extLst>
            </p:cNvPr>
            <p:cNvSpPr/>
            <p:nvPr userDrawn="1"/>
          </p:nvSpPr>
          <p:spPr>
            <a:xfrm rot="5400000">
              <a:off x="3130480" y="1343212"/>
              <a:ext cx="891562" cy="670347"/>
            </a:xfrm>
            <a:prstGeom prst="parallelogram">
              <a:avLst>
                <a:gd name="adj" fmla="val 37621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36" name="Parallelogram 35">
              <a:extLst>
                <a:ext uri="{FF2B5EF4-FFF2-40B4-BE49-F238E27FC236}">
                  <a16:creationId xmlns:a16="http://schemas.microsoft.com/office/drawing/2014/main" id="{E9F687ED-C140-D326-A536-514A3C51015C}"/>
                </a:ext>
              </a:extLst>
            </p:cNvPr>
            <p:cNvSpPr/>
            <p:nvPr userDrawn="1"/>
          </p:nvSpPr>
          <p:spPr>
            <a:xfrm rot="16200000" flipH="1">
              <a:off x="3152597" y="607830"/>
              <a:ext cx="713257" cy="536284"/>
            </a:xfrm>
            <a:prstGeom prst="parallelogram">
              <a:avLst>
                <a:gd name="adj" fmla="val 37621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37" name="Parallelogram 36">
              <a:extLst>
                <a:ext uri="{FF2B5EF4-FFF2-40B4-BE49-F238E27FC236}">
                  <a16:creationId xmlns:a16="http://schemas.microsoft.com/office/drawing/2014/main" id="{C34AB0DD-F6E5-1F7F-5C0B-E718E353631B}"/>
                </a:ext>
              </a:extLst>
            </p:cNvPr>
            <p:cNvSpPr/>
            <p:nvPr userDrawn="1"/>
          </p:nvSpPr>
          <p:spPr>
            <a:xfrm rot="16200000" flipH="1">
              <a:off x="5585529" y="1658645"/>
              <a:ext cx="713257" cy="536284"/>
            </a:xfrm>
            <a:prstGeom prst="parallelogram">
              <a:avLst>
                <a:gd name="adj" fmla="val 37621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9EA3144B-7FFA-EA85-0182-E9CC7E58906C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374279" y="0"/>
              <a:ext cx="0" cy="2283416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856E949-7626-1466-E764-6B021F8F673D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5663854" y="3297075"/>
              <a:ext cx="0" cy="3560925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3232DF2C-4749-CEE0-1359-86C2B0E39552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3764668" y="1"/>
              <a:ext cx="0" cy="563879"/>
            </a:xfrm>
            <a:prstGeom prst="line">
              <a:avLst/>
            </a:prstGeom>
            <a:ln w="190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21FC99AB-0689-627B-2EAF-ABA0C4FE572E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4572252" y="1"/>
              <a:ext cx="0" cy="1257299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32C1882-70A6-B621-66D8-D573D1C70A2F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6199981" y="1"/>
              <a:ext cx="0" cy="1609724"/>
            </a:xfrm>
            <a:prstGeom prst="line">
              <a:avLst/>
            </a:prstGeom>
            <a:ln w="190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itle 1">
            <a:extLst>
              <a:ext uri="{FF2B5EF4-FFF2-40B4-BE49-F238E27FC236}">
                <a16:creationId xmlns:a16="http://schemas.microsoft.com/office/drawing/2014/main" id="{D889806A-4E83-D6BB-A897-3BFC4B5227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5400000">
            <a:off x="6800343" y="1616046"/>
            <a:ext cx="5812963" cy="3312664"/>
          </a:xfrm>
        </p:spPr>
        <p:txBody>
          <a:bodyPr anchor="b">
            <a:normAutofit/>
          </a:bodyPr>
          <a:lstStyle>
            <a:lvl1pPr>
              <a:defRPr sz="2400" spc="113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4" name="Content Placeholder 2">
            <a:extLst>
              <a:ext uri="{FF2B5EF4-FFF2-40B4-BE49-F238E27FC236}">
                <a16:creationId xmlns:a16="http://schemas.microsoft.com/office/drawing/2014/main" id="{DD03866C-4984-6B75-F9B1-2112C5C98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501" y="365896"/>
            <a:ext cx="7133351" cy="581558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 marL="342900" indent="0">
              <a:lnSpc>
                <a:spcPct val="150000"/>
              </a:lnSpc>
              <a:buNone/>
              <a:defRPr sz="1050">
                <a:solidFill>
                  <a:schemeClr val="tx1"/>
                </a:solidFill>
                <a:latin typeface="+mn-lt"/>
              </a:defRPr>
            </a:lvl2pPr>
            <a:lvl3pPr marL="685800" indent="0">
              <a:lnSpc>
                <a:spcPct val="150000"/>
              </a:lnSpc>
              <a:buNone/>
              <a:defRPr sz="1050">
                <a:solidFill>
                  <a:schemeClr val="tx1"/>
                </a:solidFill>
                <a:latin typeface="+mn-lt"/>
              </a:defRPr>
            </a:lvl3pPr>
            <a:lvl4pPr marL="1028700" indent="0">
              <a:lnSpc>
                <a:spcPct val="150000"/>
              </a:lnSpc>
              <a:buNone/>
              <a:defRPr sz="1050">
                <a:solidFill>
                  <a:schemeClr val="tx1"/>
                </a:solidFill>
                <a:latin typeface="+mn-lt"/>
              </a:defRPr>
            </a:lvl4pPr>
            <a:lvl5pPr marL="1371600" indent="0">
              <a:lnSpc>
                <a:spcPct val="150000"/>
              </a:lnSpc>
              <a:buNone/>
              <a:defRPr sz="105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2555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512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F9D7443-4DBD-360E-0629-947D4771DE27}"/>
              </a:ext>
            </a:extLst>
          </p:cNvPr>
          <p:cNvGrpSpPr/>
          <p:nvPr/>
        </p:nvGrpSpPr>
        <p:grpSpPr>
          <a:xfrm flipH="1">
            <a:off x="0" y="0"/>
            <a:ext cx="2969216" cy="6858000"/>
            <a:chOff x="3241084" y="221921"/>
            <a:chExt cx="2969216" cy="6858000"/>
          </a:xfrm>
        </p:grpSpPr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6E40A8A3-2E53-D1DF-ED78-89E7E9723F66}"/>
                </a:ext>
              </a:extLst>
            </p:cNvPr>
            <p:cNvSpPr/>
            <p:nvPr userDrawn="1"/>
          </p:nvSpPr>
          <p:spPr>
            <a:xfrm rot="5400000">
              <a:off x="4401561" y="2044957"/>
              <a:ext cx="1452672" cy="1092234"/>
            </a:xfrm>
            <a:prstGeom prst="parallelogram">
              <a:avLst>
                <a:gd name="adj" fmla="val 3762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A3E9927D-11FF-182F-683E-3E1C0076E706}"/>
                </a:ext>
              </a:extLst>
            </p:cNvPr>
            <p:cNvSpPr/>
            <p:nvPr userDrawn="1"/>
          </p:nvSpPr>
          <p:spPr>
            <a:xfrm rot="16200000" flipH="1">
              <a:off x="3800823" y="1343212"/>
              <a:ext cx="891562" cy="670347"/>
            </a:xfrm>
            <a:prstGeom prst="parallelogram">
              <a:avLst>
                <a:gd name="adj" fmla="val 37621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6F4F0A02-2BD4-EF8D-938E-F7835B1BA586}"/>
                </a:ext>
              </a:extLst>
            </p:cNvPr>
            <p:cNvSpPr/>
            <p:nvPr userDrawn="1"/>
          </p:nvSpPr>
          <p:spPr>
            <a:xfrm rot="5400000">
              <a:off x="3130480" y="1343212"/>
              <a:ext cx="891562" cy="670347"/>
            </a:xfrm>
            <a:prstGeom prst="parallelogram">
              <a:avLst>
                <a:gd name="adj" fmla="val 3762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D7E0CE5B-D1BF-D35F-DB9D-3AD9BA6AEBE3}"/>
                </a:ext>
              </a:extLst>
            </p:cNvPr>
            <p:cNvSpPr/>
            <p:nvPr userDrawn="1"/>
          </p:nvSpPr>
          <p:spPr>
            <a:xfrm rot="16200000" flipH="1">
              <a:off x="3152597" y="607830"/>
              <a:ext cx="713257" cy="536284"/>
            </a:xfrm>
            <a:prstGeom prst="parallelogram">
              <a:avLst>
                <a:gd name="adj" fmla="val 37621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2893EE67-614C-DAA5-6ADE-83077A145C01}"/>
                </a:ext>
              </a:extLst>
            </p:cNvPr>
            <p:cNvSpPr/>
            <p:nvPr userDrawn="1"/>
          </p:nvSpPr>
          <p:spPr>
            <a:xfrm rot="16200000" flipH="1">
              <a:off x="5585529" y="1658645"/>
              <a:ext cx="713257" cy="536284"/>
            </a:xfrm>
            <a:prstGeom prst="parallelogram">
              <a:avLst>
                <a:gd name="adj" fmla="val 37621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A42831A-25FA-873D-89DC-046839714FC5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5663854" y="3297075"/>
              <a:ext cx="10161" cy="3782846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883771F-12FD-E137-217B-E134DB0307CA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3764668" y="221921"/>
              <a:ext cx="12700" cy="341959"/>
            </a:xfrm>
            <a:prstGeom prst="line">
              <a:avLst/>
            </a:prstGeom>
            <a:ln w="190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DF5D902D-7F99-2AB3-D779-C8156FBD892B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4572252" y="221921"/>
              <a:ext cx="9528" cy="1035379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75099F9-10F4-78FC-B5E9-50FFAC626DB3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6199981" y="221921"/>
              <a:ext cx="10319" cy="1387804"/>
            </a:xfrm>
            <a:prstGeom prst="line">
              <a:avLst/>
            </a:prstGeom>
            <a:ln w="190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25501" y="2045148"/>
            <a:ext cx="10537825" cy="1715531"/>
          </a:xfrm>
        </p:spPr>
        <p:txBody>
          <a:bodyPr anchor="b">
            <a:noAutofit/>
          </a:bodyPr>
          <a:lstStyle>
            <a:lvl1pPr algn="ctr">
              <a:defRPr sz="2700" spc="113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5501" y="3858311"/>
            <a:ext cx="10537825" cy="365125"/>
          </a:xfrm>
        </p:spPr>
        <p:txBody>
          <a:bodyPr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  <a:latin typeface="+mn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4F1A35A-D49D-BAA0-81D7-E3EFD8AB07EA}"/>
              </a:ext>
            </a:extLst>
          </p:cNvPr>
          <p:cNvGrpSpPr/>
          <p:nvPr/>
        </p:nvGrpSpPr>
        <p:grpSpPr>
          <a:xfrm rot="10800000" flipH="1">
            <a:off x="9222784" y="0"/>
            <a:ext cx="2969216" cy="6858000"/>
            <a:chOff x="3241084" y="221921"/>
            <a:chExt cx="2969216" cy="6858000"/>
          </a:xfrm>
        </p:grpSpPr>
        <p:sp>
          <p:nvSpPr>
            <p:cNvPr id="28" name="Parallelogram 27">
              <a:extLst>
                <a:ext uri="{FF2B5EF4-FFF2-40B4-BE49-F238E27FC236}">
                  <a16:creationId xmlns:a16="http://schemas.microsoft.com/office/drawing/2014/main" id="{EE493E65-0D26-B92D-D907-FCEF1486F943}"/>
                </a:ext>
              </a:extLst>
            </p:cNvPr>
            <p:cNvSpPr/>
            <p:nvPr userDrawn="1"/>
          </p:nvSpPr>
          <p:spPr>
            <a:xfrm rot="5400000">
              <a:off x="4401561" y="2044957"/>
              <a:ext cx="1452672" cy="1092234"/>
            </a:xfrm>
            <a:prstGeom prst="parallelogram">
              <a:avLst>
                <a:gd name="adj" fmla="val 37621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29" name="Parallelogram 28">
              <a:extLst>
                <a:ext uri="{FF2B5EF4-FFF2-40B4-BE49-F238E27FC236}">
                  <a16:creationId xmlns:a16="http://schemas.microsoft.com/office/drawing/2014/main" id="{7534E772-BBB1-62E8-CC50-85EAE0D43ADC}"/>
                </a:ext>
              </a:extLst>
            </p:cNvPr>
            <p:cNvSpPr/>
            <p:nvPr userDrawn="1"/>
          </p:nvSpPr>
          <p:spPr>
            <a:xfrm rot="16200000" flipH="1">
              <a:off x="3800823" y="1343212"/>
              <a:ext cx="891562" cy="670347"/>
            </a:xfrm>
            <a:prstGeom prst="parallelogram">
              <a:avLst>
                <a:gd name="adj" fmla="val 3762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id="{12BC67F4-9A52-A429-8E04-914348295DDD}"/>
                </a:ext>
              </a:extLst>
            </p:cNvPr>
            <p:cNvSpPr/>
            <p:nvPr userDrawn="1"/>
          </p:nvSpPr>
          <p:spPr>
            <a:xfrm rot="5400000">
              <a:off x="3130480" y="1343212"/>
              <a:ext cx="891562" cy="670347"/>
            </a:xfrm>
            <a:prstGeom prst="parallelogram">
              <a:avLst>
                <a:gd name="adj" fmla="val 37621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2485F3F7-BE06-1435-B14B-EAAC2FDA926F}"/>
                </a:ext>
              </a:extLst>
            </p:cNvPr>
            <p:cNvSpPr/>
            <p:nvPr userDrawn="1"/>
          </p:nvSpPr>
          <p:spPr>
            <a:xfrm rot="16200000" flipH="1">
              <a:off x="3152597" y="607830"/>
              <a:ext cx="713257" cy="536284"/>
            </a:xfrm>
            <a:prstGeom prst="parallelogram">
              <a:avLst>
                <a:gd name="adj" fmla="val 37621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6D796149-DF72-3D99-9FA9-F9DC636B99AF}"/>
                </a:ext>
              </a:extLst>
            </p:cNvPr>
            <p:cNvSpPr/>
            <p:nvPr userDrawn="1"/>
          </p:nvSpPr>
          <p:spPr>
            <a:xfrm rot="16200000" flipH="1">
              <a:off x="5585529" y="1658645"/>
              <a:ext cx="713257" cy="536284"/>
            </a:xfrm>
            <a:prstGeom prst="parallelogram">
              <a:avLst>
                <a:gd name="adj" fmla="val 37621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B0D0AB-DCDA-2BD9-8891-B60AB670F25E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5663854" y="3297075"/>
              <a:ext cx="10161" cy="3782846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3AE7333-EE05-1BAC-2BBF-AB4A765F0F4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3764668" y="221921"/>
              <a:ext cx="12700" cy="341959"/>
            </a:xfrm>
            <a:prstGeom prst="line">
              <a:avLst/>
            </a:prstGeom>
            <a:ln w="190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77B626B-494D-122B-28C4-B35332658783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4572252" y="221921"/>
              <a:ext cx="9528" cy="1035379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12474D57-B35A-B731-B018-1B1A2235B61E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6199981" y="221921"/>
              <a:ext cx="10319" cy="1387804"/>
            </a:xfrm>
            <a:prstGeom prst="line">
              <a:avLst/>
            </a:prstGeom>
            <a:ln w="190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945276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512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 0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675">
                <a:solidFill>
                  <a:schemeClr val="bg1">
                    <a:lumMod val="95000"/>
                  </a:schemeClr>
                </a:solidFill>
                <a:latin typeface="+mn-lt"/>
              </a:defRPr>
            </a:lvl1pPr>
          </a:lstStyle>
          <a:p>
            <a:fld id="{48A87A34-81AB-432B-8DAE-1953F412C126}" type="datetimeFigureOut">
              <a:rPr lang="en-US" smtClean="0"/>
              <a:pPr/>
              <a:t>12/24/2025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675">
                <a:solidFill>
                  <a:schemeClr val="bg1">
                    <a:lumMod val="95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675">
                <a:solidFill>
                  <a:schemeClr val="bg1">
                    <a:lumMod val="95000"/>
                  </a:schemeClr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39D7616-806D-688C-3D67-070A8220A5A2}"/>
              </a:ext>
            </a:extLst>
          </p:cNvPr>
          <p:cNvGrpSpPr/>
          <p:nvPr/>
        </p:nvGrpSpPr>
        <p:grpSpPr>
          <a:xfrm flipH="1">
            <a:off x="0" y="1888340"/>
            <a:ext cx="1608829" cy="4290210"/>
            <a:chOff x="1364119" y="2227205"/>
            <a:chExt cx="1608829" cy="4290210"/>
          </a:xfrm>
        </p:grpSpPr>
        <p:sp>
          <p:nvSpPr>
            <p:cNvPr id="7" name="Parallelogram 6">
              <a:extLst>
                <a:ext uri="{FF2B5EF4-FFF2-40B4-BE49-F238E27FC236}">
                  <a16:creationId xmlns:a16="http://schemas.microsoft.com/office/drawing/2014/main" id="{B5BC0560-70EB-7AA8-8250-62C9E616B631}"/>
                </a:ext>
              </a:extLst>
            </p:cNvPr>
            <p:cNvSpPr/>
            <p:nvPr userDrawn="1"/>
          </p:nvSpPr>
          <p:spPr>
            <a:xfrm rot="5400000">
              <a:off x="1098663" y="2492661"/>
              <a:ext cx="2139742" cy="1608829"/>
            </a:xfrm>
            <a:prstGeom prst="parallelogram">
              <a:avLst>
                <a:gd name="adj" fmla="val 37621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6892B28C-C585-B972-A4E8-7D81FF3322B0}"/>
                </a:ext>
              </a:extLst>
            </p:cNvPr>
            <p:cNvSpPr/>
            <p:nvPr userDrawn="1"/>
          </p:nvSpPr>
          <p:spPr>
            <a:xfrm rot="16200000" flipH="1">
              <a:off x="1676449" y="5220917"/>
              <a:ext cx="1480122" cy="1112873"/>
            </a:xfrm>
            <a:prstGeom prst="parallelogram">
              <a:avLst>
                <a:gd name="adj" fmla="val 37621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81AAE6C-5AEB-2436-45DC-18956F1D9C63}"/>
              </a:ext>
            </a:extLst>
          </p:cNvPr>
          <p:cNvGrpSpPr/>
          <p:nvPr/>
        </p:nvGrpSpPr>
        <p:grpSpPr>
          <a:xfrm>
            <a:off x="10959533" y="2"/>
            <a:ext cx="807584" cy="3062561"/>
            <a:chOff x="-1607540" y="-501649"/>
            <a:chExt cx="807584" cy="1257299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ACACC6C-2F4F-3E2B-975A-A278B0C9B08A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-799956" y="-501649"/>
              <a:ext cx="0" cy="563879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2165CFD-EA18-9C17-A85B-F7C703C08D66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-1607540" y="-501649"/>
              <a:ext cx="0" cy="1257299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93F3BDA0-935F-E42C-9C9E-8F59632FE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8B19BD-DF75-7A36-081A-210649D354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755331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512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675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48A87A34-81AB-432B-8DAE-1953F412C126}" type="datetimeFigureOut">
              <a:rPr lang="en-US" smtClean="0"/>
              <a:pPr/>
              <a:t>12/24/2025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675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675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08E49B6-93D2-4DC6-F2A8-17B187A3FDB0}"/>
              </a:ext>
            </a:extLst>
          </p:cNvPr>
          <p:cNvGrpSpPr/>
          <p:nvPr/>
        </p:nvGrpSpPr>
        <p:grpSpPr>
          <a:xfrm flipH="1">
            <a:off x="0" y="1888340"/>
            <a:ext cx="1608829" cy="4290210"/>
            <a:chOff x="1364119" y="2227205"/>
            <a:chExt cx="1608829" cy="4290210"/>
          </a:xfrm>
        </p:grpSpPr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971B8F7F-D81F-7664-A33F-5E35CCF6B008}"/>
                </a:ext>
              </a:extLst>
            </p:cNvPr>
            <p:cNvSpPr/>
            <p:nvPr userDrawn="1"/>
          </p:nvSpPr>
          <p:spPr>
            <a:xfrm rot="5400000">
              <a:off x="1098663" y="2492661"/>
              <a:ext cx="2139742" cy="1608829"/>
            </a:xfrm>
            <a:prstGeom prst="parallelogram">
              <a:avLst>
                <a:gd name="adj" fmla="val 3762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0C6251D9-C9A3-E521-DD1A-A2CC60A95247}"/>
                </a:ext>
              </a:extLst>
            </p:cNvPr>
            <p:cNvSpPr/>
            <p:nvPr userDrawn="1"/>
          </p:nvSpPr>
          <p:spPr>
            <a:xfrm rot="16200000" flipH="1">
              <a:off x="1676449" y="5220917"/>
              <a:ext cx="1480122" cy="1112873"/>
            </a:xfrm>
            <a:prstGeom prst="parallelogram">
              <a:avLst>
                <a:gd name="adj" fmla="val 37621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44578EA-E4F7-2DFC-601A-26DE655CC42E}"/>
              </a:ext>
            </a:extLst>
          </p:cNvPr>
          <p:cNvGrpSpPr/>
          <p:nvPr/>
        </p:nvGrpSpPr>
        <p:grpSpPr>
          <a:xfrm>
            <a:off x="10959533" y="2"/>
            <a:ext cx="807584" cy="3062561"/>
            <a:chOff x="-1607540" y="-501649"/>
            <a:chExt cx="807584" cy="1257299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1B37419-2621-6373-428F-FFF7CD66DDE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-799956" y="-501649"/>
              <a:ext cx="0" cy="563879"/>
            </a:xfrm>
            <a:prstGeom prst="line">
              <a:avLst/>
            </a:prstGeom>
            <a:ln w="190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4EBF0EC-FDC0-AA81-80E6-A730080B904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-1607540" y="-501649"/>
              <a:ext cx="0" cy="1257299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6E51EFBD-D536-7473-1D12-A91B4BCED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EA8E320B-575F-1DC1-92DD-BE5679612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614856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512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 with Imag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E42BD301-4E06-81ED-8658-43F6594F60BE}"/>
              </a:ext>
            </a:extLst>
          </p:cNvPr>
          <p:cNvGrpSpPr/>
          <p:nvPr/>
        </p:nvGrpSpPr>
        <p:grpSpPr>
          <a:xfrm rot="10800000">
            <a:off x="-739" y="0"/>
            <a:ext cx="3581399" cy="3247908"/>
            <a:chOff x="-27883" y="4820081"/>
            <a:chExt cx="2298870" cy="2084805"/>
          </a:xfrm>
        </p:grpSpPr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806ACFBC-16F1-1BD8-753E-0244F3D55B06}"/>
                </a:ext>
              </a:extLst>
            </p:cNvPr>
            <p:cNvSpPr/>
            <p:nvPr userDrawn="1"/>
          </p:nvSpPr>
          <p:spPr>
            <a:xfrm rot="5400000">
              <a:off x="462248" y="5632433"/>
              <a:ext cx="1452672" cy="1092234"/>
            </a:xfrm>
            <a:prstGeom prst="parallelogram">
              <a:avLst>
                <a:gd name="adj" fmla="val 37621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C8F2002C-6616-361E-F318-49D071CF890D}"/>
                </a:ext>
              </a:extLst>
            </p:cNvPr>
            <p:cNvSpPr/>
            <p:nvPr userDrawn="1"/>
          </p:nvSpPr>
          <p:spPr>
            <a:xfrm rot="16200000" flipH="1">
              <a:off x="-138490" y="4930688"/>
              <a:ext cx="891562" cy="670347"/>
            </a:xfrm>
            <a:prstGeom prst="parallelogram">
              <a:avLst>
                <a:gd name="adj" fmla="val 3762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DC77E18B-6FA1-7FAC-5C31-8824644E05AD}"/>
                </a:ext>
              </a:extLst>
            </p:cNvPr>
            <p:cNvSpPr/>
            <p:nvPr userDrawn="1"/>
          </p:nvSpPr>
          <p:spPr>
            <a:xfrm rot="16200000" flipH="1">
              <a:off x="1646216" y="5246121"/>
              <a:ext cx="713257" cy="536284"/>
            </a:xfrm>
            <a:prstGeom prst="parallelogram">
              <a:avLst>
                <a:gd name="adj" fmla="val 37621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9203D2A-896E-1226-6849-B015C420386B}"/>
              </a:ext>
            </a:extLst>
          </p:cNvPr>
          <p:cNvGrpSpPr/>
          <p:nvPr/>
        </p:nvGrpSpPr>
        <p:grpSpPr>
          <a:xfrm flipH="1" flipV="1">
            <a:off x="10777003" y="3795441"/>
            <a:ext cx="807584" cy="3062561"/>
            <a:chOff x="-1607540" y="-501649"/>
            <a:chExt cx="807584" cy="1257299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7249737-E929-E09E-B9A6-D5CA48BE8813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-799956" y="-501649"/>
              <a:ext cx="0" cy="563879"/>
            </a:xfrm>
            <a:prstGeom prst="line">
              <a:avLst/>
            </a:prstGeom>
            <a:ln w="190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39FFED0-D5C7-8CC2-4F2F-99D24508133C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-1607540" y="-501649"/>
              <a:ext cx="0" cy="1257299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675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48A87A34-81AB-432B-8DAE-1953F412C126}" type="datetimeFigureOut">
              <a:rPr lang="en-US" smtClean="0"/>
              <a:pPr/>
              <a:t>12/24/2025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675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675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9EBE041A-A505-4E01-7D5A-9E9E6F39B6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093257" y="365127"/>
            <a:ext cx="4262131" cy="58134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54D54ED-4AAC-B197-C045-7087131A63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200" y="1811338"/>
            <a:ext cx="6172200" cy="4367212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1B3DA39-9F24-0791-9BE9-355FC4979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6172200" cy="1325563"/>
          </a:xfrm>
        </p:spPr>
        <p:txBody>
          <a:bodyPr>
            <a:normAutofit/>
          </a:bodyPr>
          <a:lstStyle>
            <a:lvl1pPr>
              <a:defRPr sz="1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7445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512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 with Image 0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5871ACED-18CA-1775-73D0-A4B0E3DC9A8A}"/>
              </a:ext>
            </a:extLst>
          </p:cNvPr>
          <p:cNvGrpSpPr/>
          <p:nvPr/>
        </p:nvGrpSpPr>
        <p:grpSpPr>
          <a:xfrm>
            <a:off x="8610602" y="3610093"/>
            <a:ext cx="3581399" cy="3247908"/>
            <a:chOff x="-27883" y="4820081"/>
            <a:chExt cx="2298870" cy="2084805"/>
          </a:xfrm>
        </p:grpSpPr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D597059B-6067-2F8B-03E6-E16FC9792EB1}"/>
                </a:ext>
              </a:extLst>
            </p:cNvPr>
            <p:cNvSpPr/>
            <p:nvPr userDrawn="1"/>
          </p:nvSpPr>
          <p:spPr>
            <a:xfrm rot="5400000">
              <a:off x="462248" y="5632433"/>
              <a:ext cx="1452672" cy="1092234"/>
            </a:xfrm>
            <a:prstGeom prst="parallelogram">
              <a:avLst>
                <a:gd name="adj" fmla="val 37621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810FBAF7-A17D-0839-26A5-DF37ED9782A7}"/>
                </a:ext>
              </a:extLst>
            </p:cNvPr>
            <p:cNvSpPr/>
            <p:nvPr userDrawn="1"/>
          </p:nvSpPr>
          <p:spPr>
            <a:xfrm rot="16200000" flipH="1">
              <a:off x="-138490" y="4930688"/>
              <a:ext cx="891562" cy="670347"/>
            </a:xfrm>
            <a:prstGeom prst="parallelogram">
              <a:avLst>
                <a:gd name="adj" fmla="val 3762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3C177091-1291-FE22-497F-B6DD8C85F374}"/>
                </a:ext>
              </a:extLst>
            </p:cNvPr>
            <p:cNvSpPr/>
            <p:nvPr userDrawn="1"/>
          </p:nvSpPr>
          <p:spPr>
            <a:xfrm rot="16200000" flipH="1">
              <a:off x="1646216" y="5246121"/>
              <a:ext cx="713257" cy="536284"/>
            </a:xfrm>
            <a:prstGeom prst="parallelogram">
              <a:avLst>
                <a:gd name="adj" fmla="val 37621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675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48A87A34-81AB-432B-8DAE-1953F412C126}" type="datetimeFigureOut">
              <a:rPr lang="en-US" smtClean="0"/>
              <a:pPr/>
              <a:t>12/24/2025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675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675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7FE32AB1-44E9-9422-C663-29C3929ADC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38200" y="365127"/>
            <a:ext cx="4262131" cy="58134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3AD8B09-504C-AD7D-8A1E-05027919ED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81600" y="1811338"/>
            <a:ext cx="6172200" cy="4367212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69B79DB0-6555-7C42-CF91-7F33B6ACF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0" y="365127"/>
            <a:ext cx="6172200" cy="1325563"/>
          </a:xfrm>
        </p:spPr>
        <p:txBody>
          <a:bodyPr>
            <a:normAutofit/>
          </a:bodyPr>
          <a:lstStyle>
            <a:lvl1pPr>
              <a:defRPr sz="1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444A281-57E6-2071-8401-E8EC79C3CDF8}"/>
              </a:ext>
            </a:extLst>
          </p:cNvPr>
          <p:cNvGrpSpPr/>
          <p:nvPr/>
        </p:nvGrpSpPr>
        <p:grpSpPr>
          <a:xfrm flipV="1">
            <a:off x="624675" y="3795441"/>
            <a:ext cx="807584" cy="3062561"/>
            <a:chOff x="-1607540" y="-501649"/>
            <a:chExt cx="807584" cy="1257299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D06005EA-B599-5AF3-7F6E-3469BE1668ED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-799956" y="-501649"/>
              <a:ext cx="0" cy="563879"/>
            </a:xfrm>
            <a:prstGeom prst="line">
              <a:avLst/>
            </a:prstGeom>
            <a:ln w="190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15FDE77-8CFE-1AA0-0C2C-0BBF8CC1828F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-1607540" y="-501649"/>
              <a:ext cx="0" cy="1257299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25981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512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1D3652DC-3411-451D-194D-36E0B253FE52}"/>
              </a:ext>
            </a:extLst>
          </p:cNvPr>
          <p:cNvGrpSpPr/>
          <p:nvPr/>
        </p:nvGrpSpPr>
        <p:grpSpPr>
          <a:xfrm>
            <a:off x="274826" y="3"/>
            <a:ext cx="11304991" cy="6517415"/>
            <a:chOff x="274825" y="1"/>
            <a:chExt cx="11304991" cy="6517415"/>
          </a:xfrm>
        </p:grpSpPr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3B06BDAE-8376-307E-FF1C-AC723393C756}"/>
                </a:ext>
              </a:extLst>
            </p:cNvPr>
            <p:cNvSpPr/>
            <p:nvPr userDrawn="1"/>
          </p:nvSpPr>
          <p:spPr>
            <a:xfrm rot="5400000">
              <a:off x="9369" y="2492662"/>
              <a:ext cx="2139742" cy="1608829"/>
            </a:xfrm>
            <a:prstGeom prst="parallelogram">
              <a:avLst>
                <a:gd name="adj" fmla="val 37621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FEE83022-F21D-1AA4-0E98-46631FA510D2}"/>
                </a:ext>
              </a:extLst>
            </p:cNvPr>
            <p:cNvSpPr/>
            <p:nvPr userDrawn="1"/>
          </p:nvSpPr>
          <p:spPr>
            <a:xfrm rot="16200000" flipH="1">
              <a:off x="1618198" y="3163007"/>
              <a:ext cx="2139742" cy="1608829"/>
            </a:xfrm>
            <a:prstGeom prst="parallelogram">
              <a:avLst>
                <a:gd name="adj" fmla="val 3762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3B1E7871-A984-6FD3-3C80-0E6F704893D2}"/>
                </a:ext>
              </a:extLst>
            </p:cNvPr>
            <p:cNvSpPr/>
            <p:nvPr userDrawn="1"/>
          </p:nvSpPr>
          <p:spPr>
            <a:xfrm rot="16200000" flipH="1">
              <a:off x="587155" y="5220918"/>
              <a:ext cx="1480122" cy="1112873"/>
            </a:xfrm>
            <a:prstGeom prst="parallelogram">
              <a:avLst>
                <a:gd name="adj" fmla="val 37621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F41D4758-69F3-8E88-51CB-98D140DC3EF5}"/>
                </a:ext>
              </a:extLst>
            </p:cNvPr>
            <p:cNvSpPr/>
            <p:nvPr userDrawn="1"/>
          </p:nvSpPr>
          <p:spPr>
            <a:xfrm rot="5400000">
              <a:off x="9771077" y="2044957"/>
              <a:ext cx="1452672" cy="1092234"/>
            </a:xfrm>
            <a:prstGeom prst="parallelogram">
              <a:avLst>
                <a:gd name="adj" fmla="val 37621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C8E3207A-C8F2-760F-4E2A-FAEF2A938CB1}"/>
                </a:ext>
              </a:extLst>
            </p:cNvPr>
            <p:cNvSpPr/>
            <p:nvPr userDrawn="1"/>
          </p:nvSpPr>
          <p:spPr>
            <a:xfrm rot="16200000" flipH="1">
              <a:off x="9170339" y="1343212"/>
              <a:ext cx="891562" cy="670347"/>
            </a:xfrm>
            <a:prstGeom prst="parallelogram">
              <a:avLst>
                <a:gd name="adj" fmla="val 3762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2BB3BC4D-629D-0A45-183C-18F7BE978B89}"/>
                </a:ext>
              </a:extLst>
            </p:cNvPr>
            <p:cNvSpPr/>
            <p:nvPr userDrawn="1"/>
          </p:nvSpPr>
          <p:spPr>
            <a:xfrm rot="5400000">
              <a:off x="8499996" y="1343212"/>
              <a:ext cx="891562" cy="670347"/>
            </a:xfrm>
            <a:prstGeom prst="parallelogram">
              <a:avLst>
                <a:gd name="adj" fmla="val 37621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ED90790B-C8C7-71A7-4CAA-438D2B63630A}"/>
                </a:ext>
              </a:extLst>
            </p:cNvPr>
            <p:cNvSpPr/>
            <p:nvPr userDrawn="1"/>
          </p:nvSpPr>
          <p:spPr>
            <a:xfrm rot="16200000" flipH="1">
              <a:off x="8522113" y="607830"/>
              <a:ext cx="713257" cy="536284"/>
            </a:xfrm>
            <a:prstGeom prst="parallelogram">
              <a:avLst>
                <a:gd name="adj" fmla="val 37621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D24C2816-A708-3AD8-CB73-084CDAAA5B97}"/>
                </a:ext>
              </a:extLst>
            </p:cNvPr>
            <p:cNvSpPr/>
            <p:nvPr userDrawn="1"/>
          </p:nvSpPr>
          <p:spPr>
            <a:xfrm rot="16200000" flipH="1">
              <a:off x="10955045" y="1658645"/>
              <a:ext cx="713257" cy="536284"/>
            </a:xfrm>
            <a:prstGeom prst="parallelogram">
              <a:avLst>
                <a:gd name="adj" fmla="val 37621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118601F-BA9A-EB40-783A-0657ABD039DA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284985" y="1"/>
              <a:ext cx="0" cy="2283416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84A32BD-0BC9-8BD5-09E8-6A14A5024159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134184" y="1"/>
              <a:ext cx="0" cy="563879"/>
            </a:xfrm>
            <a:prstGeom prst="line">
              <a:avLst/>
            </a:prstGeom>
            <a:ln w="190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E37668E-571F-ECF1-CFA9-46EE8E044BEF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941768" y="1"/>
              <a:ext cx="0" cy="1257299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CDF3383-E4ED-9C4B-98DF-3ACDD5E6A5FC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1569497" y="1"/>
              <a:ext cx="0" cy="1609724"/>
            </a:xfrm>
            <a:prstGeom prst="line">
              <a:avLst/>
            </a:prstGeom>
            <a:ln w="190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7963" y="665827"/>
            <a:ext cx="6696075" cy="4226453"/>
          </a:xfrm>
        </p:spPr>
        <p:txBody>
          <a:bodyPr anchor="b">
            <a:normAutofit/>
          </a:bodyPr>
          <a:lstStyle>
            <a:lvl1pPr>
              <a:defRPr lang="en-US" sz="2100" kern="1200" spc="113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104828DA-5EC5-4A00-9A7B-CD9668EF24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47963" y="5028805"/>
            <a:ext cx="6696075" cy="1149747"/>
          </a:xfrm>
        </p:spPr>
        <p:txBody>
          <a:bodyPr anchor="t">
            <a:normAutofit/>
          </a:bodyPr>
          <a:lstStyle>
            <a:lvl1pPr marL="0" indent="0" algn="r">
              <a:buNone/>
              <a:defRPr sz="1200">
                <a:solidFill>
                  <a:schemeClr val="tx1"/>
                </a:solidFill>
                <a:latin typeface="+mn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6" name="Date Placeholder 2">
            <a:extLst>
              <a:ext uri="{FF2B5EF4-FFF2-40B4-BE49-F238E27FC236}">
                <a16:creationId xmlns:a16="http://schemas.microsoft.com/office/drawing/2014/main" id="{84935CAA-2783-0CDA-7ED9-D6BB128657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</p:spPr>
        <p:txBody>
          <a:bodyPr/>
          <a:lstStyle>
            <a:lvl1pPr>
              <a:defRPr sz="675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48A87A34-81AB-432B-8DAE-1953F412C126}" type="datetimeFigureOut">
              <a:rPr lang="en-US" smtClean="0"/>
              <a:pPr/>
              <a:t>12/24/2025</a:t>
            </a:fld>
            <a:endParaRPr lang="en-US" dirty="0"/>
          </a:p>
        </p:txBody>
      </p:sp>
      <p:sp>
        <p:nvSpPr>
          <p:cNvPr id="27" name="Footer Placeholder 3">
            <a:extLst>
              <a:ext uri="{FF2B5EF4-FFF2-40B4-BE49-F238E27FC236}">
                <a16:creationId xmlns:a16="http://schemas.microsoft.com/office/drawing/2014/main" id="{C735B3BC-1C25-3A36-E632-9A5338657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</p:spPr>
        <p:txBody>
          <a:bodyPr/>
          <a:lstStyle>
            <a:lvl1pPr>
              <a:defRPr sz="675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28" name="Slide Number Placeholder 4">
            <a:extLst>
              <a:ext uri="{FF2B5EF4-FFF2-40B4-BE49-F238E27FC236}">
                <a16:creationId xmlns:a16="http://schemas.microsoft.com/office/drawing/2014/main" id="{B6187274-D433-FCBC-D076-7C54F26F2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</p:spPr>
        <p:txBody>
          <a:bodyPr/>
          <a:lstStyle>
            <a:lvl1pPr>
              <a:defRPr sz="675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863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512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73C799B-FA34-2E78-EA9E-985C0A072EE7}"/>
              </a:ext>
            </a:extLst>
          </p:cNvPr>
          <p:cNvGrpSpPr/>
          <p:nvPr/>
        </p:nvGrpSpPr>
        <p:grpSpPr>
          <a:xfrm flipH="1">
            <a:off x="274826" y="3"/>
            <a:ext cx="11304991" cy="6857999"/>
            <a:chOff x="274825" y="1"/>
            <a:chExt cx="11304991" cy="6857999"/>
          </a:xfrm>
        </p:grpSpPr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E1532942-A3EA-76B3-F21B-6B8B66D984E2}"/>
                </a:ext>
              </a:extLst>
            </p:cNvPr>
            <p:cNvSpPr/>
            <p:nvPr userDrawn="1"/>
          </p:nvSpPr>
          <p:spPr>
            <a:xfrm rot="5400000">
              <a:off x="9369" y="2492662"/>
              <a:ext cx="2139742" cy="1608829"/>
            </a:xfrm>
            <a:prstGeom prst="parallelogram">
              <a:avLst>
                <a:gd name="adj" fmla="val 37621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734BACDD-47D6-E9C3-B17E-9999CE07981F}"/>
                </a:ext>
              </a:extLst>
            </p:cNvPr>
            <p:cNvSpPr/>
            <p:nvPr userDrawn="1"/>
          </p:nvSpPr>
          <p:spPr>
            <a:xfrm rot="16200000" flipH="1">
              <a:off x="1618198" y="3163007"/>
              <a:ext cx="2139742" cy="1608829"/>
            </a:xfrm>
            <a:prstGeom prst="parallelogram">
              <a:avLst>
                <a:gd name="adj" fmla="val 3762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6AAFD834-FC79-96AE-7CF1-FD640E36C720}"/>
                </a:ext>
              </a:extLst>
            </p:cNvPr>
            <p:cNvSpPr/>
            <p:nvPr userDrawn="1"/>
          </p:nvSpPr>
          <p:spPr>
            <a:xfrm rot="16200000" flipH="1">
              <a:off x="587155" y="5220918"/>
              <a:ext cx="1480122" cy="1112873"/>
            </a:xfrm>
            <a:prstGeom prst="parallelogram">
              <a:avLst>
                <a:gd name="adj" fmla="val 37621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1631A67D-E8AB-2010-602D-4EAFDCF70B3F}"/>
                </a:ext>
              </a:extLst>
            </p:cNvPr>
            <p:cNvSpPr/>
            <p:nvPr userDrawn="1"/>
          </p:nvSpPr>
          <p:spPr>
            <a:xfrm rot="5400000">
              <a:off x="9771077" y="2044957"/>
              <a:ext cx="1452672" cy="1092234"/>
            </a:xfrm>
            <a:prstGeom prst="parallelogram">
              <a:avLst>
                <a:gd name="adj" fmla="val 37621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CC4ADC36-B5CE-0728-44A2-D54416FE06E2}"/>
                </a:ext>
              </a:extLst>
            </p:cNvPr>
            <p:cNvSpPr/>
            <p:nvPr userDrawn="1"/>
          </p:nvSpPr>
          <p:spPr>
            <a:xfrm rot="16200000" flipH="1">
              <a:off x="9170339" y="1343212"/>
              <a:ext cx="891562" cy="670347"/>
            </a:xfrm>
            <a:prstGeom prst="parallelogram">
              <a:avLst>
                <a:gd name="adj" fmla="val 3762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00296541-0E57-1731-FD90-F690E1E7F75F}"/>
                </a:ext>
              </a:extLst>
            </p:cNvPr>
            <p:cNvSpPr/>
            <p:nvPr userDrawn="1"/>
          </p:nvSpPr>
          <p:spPr>
            <a:xfrm rot="5400000">
              <a:off x="8499996" y="1343212"/>
              <a:ext cx="891562" cy="670347"/>
            </a:xfrm>
            <a:prstGeom prst="parallelogram">
              <a:avLst>
                <a:gd name="adj" fmla="val 37621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id="{3C58D17C-DA9E-7DC5-F2C6-93857EF649C9}"/>
                </a:ext>
              </a:extLst>
            </p:cNvPr>
            <p:cNvSpPr/>
            <p:nvPr userDrawn="1"/>
          </p:nvSpPr>
          <p:spPr>
            <a:xfrm rot="16200000" flipH="1">
              <a:off x="8522113" y="607830"/>
              <a:ext cx="713257" cy="536284"/>
            </a:xfrm>
            <a:prstGeom prst="parallelogram">
              <a:avLst>
                <a:gd name="adj" fmla="val 37621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B13A855A-322F-D2D1-BB06-44F8087DF7EA}"/>
                </a:ext>
              </a:extLst>
            </p:cNvPr>
            <p:cNvSpPr/>
            <p:nvPr userDrawn="1"/>
          </p:nvSpPr>
          <p:spPr>
            <a:xfrm rot="16200000" flipH="1">
              <a:off x="10955045" y="1658645"/>
              <a:ext cx="713257" cy="536284"/>
            </a:xfrm>
            <a:prstGeom prst="parallelogram">
              <a:avLst>
                <a:gd name="adj" fmla="val 37621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C01DB4A-3392-6306-31A0-0EF3CF389E2F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284985" y="1"/>
              <a:ext cx="0" cy="2283416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83ABE0C-51BA-A6E1-3F8E-C41EC5E2097C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5663854" y="3297075"/>
              <a:ext cx="0" cy="3560925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6F16796-F9E0-F8F5-A24D-D569A40B80B1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134184" y="1"/>
              <a:ext cx="0" cy="563879"/>
            </a:xfrm>
            <a:prstGeom prst="line">
              <a:avLst/>
            </a:prstGeom>
            <a:ln w="190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56106A5-8912-0AB1-4002-9A5CCC661BCB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941768" y="1"/>
              <a:ext cx="0" cy="1257299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CF3022A-0658-24C6-3953-74783261B941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1569497" y="1"/>
              <a:ext cx="0" cy="1609724"/>
            </a:xfrm>
            <a:prstGeom prst="line">
              <a:avLst/>
            </a:prstGeom>
            <a:ln w="190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553447" y="2436067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80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17349" y="4634517"/>
            <a:ext cx="2317707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050" kern="1200" spc="113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553447" y="5014107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750" kern="1200" spc="113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73539" y="2436067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80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733071" y="4634517"/>
            <a:ext cx="2330816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050" kern="1200" spc="113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970060" y="5028789"/>
            <a:ext cx="1855949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750" kern="1200" spc="113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61904" y="4634517"/>
            <a:ext cx="2317707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050" kern="1200" spc="113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97111" y="5028789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750" kern="1200" spc="113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393631" y="2436067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80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577625" y="4634517"/>
            <a:ext cx="2317707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050" kern="1200" spc="113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813723" y="5014107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750" kern="1200" spc="113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675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48A87A34-81AB-432B-8DAE-1953F412C126}" type="datetimeFigureOut">
              <a:rPr lang="en-US" smtClean="0"/>
              <a:pPr/>
              <a:t>12/24/2025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675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675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465C2A52-B225-AFCD-5CC4-24984E9C3BA8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813725" y="2436067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80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39CCADB5-2974-41F9-0795-3FC71B916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7847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512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1F12D3E-2753-0A12-4403-E7CBD98451EF}"/>
              </a:ext>
            </a:extLst>
          </p:cNvPr>
          <p:cNvGrpSpPr/>
          <p:nvPr/>
        </p:nvGrpSpPr>
        <p:grpSpPr>
          <a:xfrm>
            <a:off x="8610602" y="3610093"/>
            <a:ext cx="3581399" cy="3247908"/>
            <a:chOff x="-27883" y="4820081"/>
            <a:chExt cx="2298870" cy="2084805"/>
          </a:xfrm>
        </p:grpSpPr>
        <p:sp>
          <p:nvSpPr>
            <p:cNvPr id="5" name="Parallelogram 4">
              <a:extLst>
                <a:ext uri="{FF2B5EF4-FFF2-40B4-BE49-F238E27FC236}">
                  <a16:creationId xmlns:a16="http://schemas.microsoft.com/office/drawing/2014/main" id="{0510BBB9-7CCF-8AA4-AC7B-56A4E82D8640}"/>
                </a:ext>
              </a:extLst>
            </p:cNvPr>
            <p:cNvSpPr/>
            <p:nvPr userDrawn="1"/>
          </p:nvSpPr>
          <p:spPr>
            <a:xfrm rot="5400000">
              <a:off x="462248" y="5632433"/>
              <a:ext cx="1452672" cy="1092234"/>
            </a:xfrm>
            <a:prstGeom prst="parallelogram">
              <a:avLst>
                <a:gd name="adj" fmla="val 37621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6" name="Parallelogram 5">
              <a:extLst>
                <a:ext uri="{FF2B5EF4-FFF2-40B4-BE49-F238E27FC236}">
                  <a16:creationId xmlns:a16="http://schemas.microsoft.com/office/drawing/2014/main" id="{B06966AC-7D26-E8C6-62D9-2F1BCA8906AF}"/>
                </a:ext>
              </a:extLst>
            </p:cNvPr>
            <p:cNvSpPr/>
            <p:nvPr userDrawn="1"/>
          </p:nvSpPr>
          <p:spPr>
            <a:xfrm rot="16200000" flipH="1">
              <a:off x="-138490" y="4930688"/>
              <a:ext cx="891562" cy="670347"/>
            </a:xfrm>
            <a:prstGeom prst="parallelogram">
              <a:avLst>
                <a:gd name="adj" fmla="val 3762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062F6E63-6902-6367-D0E5-CCAE7595FA23}"/>
                </a:ext>
              </a:extLst>
            </p:cNvPr>
            <p:cNvSpPr/>
            <p:nvPr userDrawn="1"/>
          </p:nvSpPr>
          <p:spPr>
            <a:xfrm rot="16200000" flipH="1">
              <a:off x="1646216" y="5246121"/>
              <a:ext cx="713257" cy="536284"/>
            </a:xfrm>
            <a:prstGeom prst="parallelogram">
              <a:avLst>
                <a:gd name="adj" fmla="val 37621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</p:grp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1825399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675">
                <a:solidFill>
                  <a:sysClr val="windowText" lastClr="000000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05090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600" kern="1200" spc="113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500168" y="3454723"/>
            <a:ext cx="18288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675" kern="1200" spc="113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1" y="1825399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675">
                <a:solidFill>
                  <a:sysClr val="windowText" lastClr="000000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3" y="305090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788" kern="1200" spc="113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49263" y="3454723"/>
            <a:ext cx="18288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675" kern="1200" spc="113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2" name="Picture Placeholder 10">
            <a:extLst>
              <a:ext uri="{FF2B5EF4-FFF2-40B4-BE49-F238E27FC236}">
                <a16:creationId xmlns:a16="http://schemas.microsoft.com/office/drawing/2014/main" id="{1938DB4D-239F-4E8E-8802-0470B0131189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6655584" y="1825399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675">
                <a:solidFill>
                  <a:sysClr val="windowText" lastClr="000000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69023" y="305090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788" kern="1200" spc="113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69023" y="3454723"/>
            <a:ext cx="18288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675" kern="1200" spc="113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5" y="1825399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675">
                <a:solidFill>
                  <a:sysClr val="windowText" lastClr="000000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7" y="305090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788" kern="1200" spc="113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59807" y="3454723"/>
            <a:ext cx="18288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675" kern="1200" spc="113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1196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675">
                <a:solidFill>
                  <a:sysClr val="windowText" lastClr="000000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34518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788" kern="1200" spc="113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500168" y="5731214"/>
            <a:ext cx="18288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675" kern="1200" spc="113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1" y="41196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675">
                <a:solidFill>
                  <a:sysClr val="windowText" lastClr="000000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3" y="534518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788" kern="1200" spc="113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849263" y="5731214"/>
            <a:ext cx="18288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675" kern="1200" spc="113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E029C5CA-EDDA-4BF9-9051-8B09E98EE1E2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6655584" y="41196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675">
                <a:solidFill>
                  <a:sysClr val="windowText" lastClr="000000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269023" y="534518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788" kern="1200" spc="113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69023" y="5731214"/>
            <a:ext cx="18288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675" kern="1200" spc="113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5" y="41196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675">
                <a:solidFill>
                  <a:sysClr val="windowText" lastClr="000000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7" y="534518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788" kern="1200" spc="113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759807" y="5731214"/>
            <a:ext cx="18288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675" kern="1200" spc="113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675">
                <a:solidFill>
                  <a:schemeClr val="tx1"/>
                </a:solidFill>
                <a:latin typeface="+mn-lt"/>
              </a:defRPr>
            </a:lvl1pPr>
          </a:lstStyle>
          <a:p>
            <a:fld id="{48A87A34-81AB-432B-8DAE-1953F412C126}" type="datetimeFigureOut">
              <a:rPr lang="en-US" smtClean="0"/>
              <a:pPr/>
              <a:t>12/24/2025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675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675">
                <a:solidFill>
                  <a:schemeClr val="tx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B1CF4B-49BD-3365-6A1D-EC891941F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32022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512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AFE6581-818B-478F-3C68-BF155C21195F}"/>
              </a:ext>
            </a:extLst>
          </p:cNvPr>
          <p:cNvGrpSpPr/>
          <p:nvPr/>
        </p:nvGrpSpPr>
        <p:grpSpPr>
          <a:xfrm>
            <a:off x="8610600" y="3"/>
            <a:ext cx="2969216" cy="3317409"/>
            <a:chOff x="8610600" y="1"/>
            <a:chExt cx="2969216" cy="3317409"/>
          </a:xfrm>
        </p:grpSpPr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6384B85D-EA9F-2D2E-A3AF-4F587CCE072E}"/>
                </a:ext>
              </a:extLst>
            </p:cNvPr>
            <p:cNvSpPr/>
            <p:nvPr userDrawn="1"/>
          </p:nvSpPr>
          <p:spPr>
            <a:xfrm rot="5400000">
              <a:off x="9771077" y="2044957"/>
              <a:ext cx="1452672" cy="1092234"/>
            </a:xfrm>
            <a:prstGeom prst="parallelogram">
              <a:avLst>
                <a:gd name="adj" fmla="val 37621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67E387BF-A11C-7ED8-EDC0-719CE0BC00F3}"/>
                </a:ext>
              </a:extLst>
            </p:cNvPr>
            <p:cNvSpPr/>
            <p:nvPr userDrawn="1"/>
          </p:nvSpPr>
          <p:spPr>
            <a:xfrm rot="16200000" flipH="1">
              <a:off x="9170339" y="1343212"/>
              <a:ext cx="891562" cy="670347"/>
            </a:xfrm>
            <a:prstGeom prst="parallelogram">
              <a:avLst>
                <a:gd name="adj" fmla="val 3762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D59A2EBE-DC4E-3FB6-3330-393D39608179}"/>
                </a:ext>
              </a:extLst>
            </p:cNvPr>
            <p:cNvSpPr/>
            <p:nvPr userDrawn="1"/>
          </p:nvSpPr>
          <p:spPr>
            <a:xfrm rot="5400000">
              <a:off x="8499996" y="1343212"/>
              <a:ext cx="891562" cy="670347"/>
            </a:xfrm>
            <a:prstGeom prst="parallelogram">
              <a:avLst>
                <a:gd name="adj" fmla="val 37621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5BFB4675-8500-88F6-4648-21BDA1B8BF66}"/>
                </a:ext>
              </a:extLst>
            </p:cNvPr>
            <p:cNvSpPr/>
            <p:nvPr userDrawn="1"/>
          </p:nvSpPr>
          <p:spPr>
            <a:xfrm rot="16200000" flipH="1">
              <a:off x="8522113" y="607830"/>
              <a:ext cx="713257" cy="536284"/>
            </a:xfrm>
            <a:prstGeom prst="parallelogram">
              <a:avLst>
                <a:gd name="adj" fmla="val 37621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F7865BD0-F24C-CE2E-2054-9EFCA03721DC}"/>
                </a:ext>
              </a:extLst>
            </p:cNvPr>
            <p:cNvSpPr/>
            <p:nvPr userDrawn="1"/>
          </p:nvSpPr>
          <p:spPr>
            <a:xfrm rot="16200000" flipH="1">
              <a:off x="10955045" y="1658645"/>
              <a:ext cx="713257" cy="536284"/>
            </a:xfrm>
            <a:prstGeom prst="parallelogram">
              <a:avLst>
                <a:gd name="adj" fmla="val 37621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4EC457B-F883-6EE8-6022-1763FAFD4FE1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134184" y="1"/>
              <a:ext cx="0" cy="563879"/>
            </a:xfrm>
            <a:prstGeom prst="line">
              <a:avLst/>
            </a:prstGeom>
            <a:ln w="190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CA2DBFA-42FB-9615-8377-E37A820B11E9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941768" y="1"/>
              <a:ext cx="0" cy="1257299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A3CECDD-E446-3AA6-DCE9-6E1C3F5169D3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1569497" y="1"/>
              <a:ext cx="0" cy="1609724"/>
            </a:xfrm>
            <a:prstGeom prst="line">
              <a:avLst/>
            </a:prstGeom>
            <a:ln w="190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SmartArt Placeholder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838200" y="1811340"/>
            <a:ext cx="10515600" cy="4367211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SmartArt graphic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675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48A87A34-81AB-432B-8DAE-1953F412C126}" type="datetimeFigureOut">
              <a:rPr lang="en-US" smtClean="0"/>
              <a:pPr/>
              <a:t>12/24/2025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675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675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640C80E-AE4C-CDAB-CEFC-829533197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5657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5120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1A25059C-F20E-AB09-BA21-5D011BFECB2B}"/>
              </a:ext>
            </a:extLst>
          </p:cNvPr>
          <p:cNvGrpSpPr/>
          <p:nvPr/>
        </p:nvGrpSpPr>
        <p:grpSpPr>
          <a:xfrm>
            <a:off x="274825" y="3"/>
            <a:ext cx="3217659" cy="6517415"/>
            <a:chOff x="274825" y="1"/>
            <a:chExt cx="3217658" cy="6517415"/>
          </a:xfrm>
        </p:grpSpPr>
        <p:sp>
          <p:nvSpPr>
            <p:cNvPr id="40" name="Parallelogram 39">
              <a:extLst>
                <a:ext uri="{FF2B5EF4-FFF2-40B4-BE49-F238E27FC236}">
                  <a16:creationId xmlns:a16="http://schemas.microsoft.com/office/drawing/2014/main" id="{7D45F13B-60FB-7EF1-DEE0-F0F72E6CF495}"/>
                </a:ext>
              </a:extLst>
            </p:cNvPr>
            <p:cNvSpPr/>
            <p:nvPr userDrawn="1"/>
          </p:nvSpPr>
          <p:spPr>
            <a:xfrm rot="5400000">
              <a:off x="9369" y="2492662"/>
              <a:ext cx="2139742" cy="1608829"/>
            </a:xfrm>
            <a:prstGeom prst="parallelogram">
              <a:avLst>
                <a:gd name="adj" fmla="val 37621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41" name="Parallelogram 40">
              <a:extLst>
                <a:ext uri="{FF2B5EF4-FFF2-40B4-BE49-F238E27FC236}">
                  <a16:creationId xmlns:a16="http://schemas.microsoft.com/office/drawing/2014/main" id="{2B94C1C6-19F3-7D1C-E290-AFA5E6193161}"/>
                </a:ext>
              </a:extLst>
            </p:cNvPr>
            <p:cNvSpPr/>
            <p:nvPr userDrawn="1"/>
          </p:nvSpPr>
          <p:spPr>
            <a:xfrm rot="16200000" flipH="1">
              <a:off x="1618198" y="3163007"/>
              <a:ext cx="2139742" cy="1608829"/>
            </a:xfrm>
            <a:prstGeom prst="parallelogram">
              <a:avLst>
                <a:gd name="adj" fmla="val 3762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42" name="Parallelogram 41">
              <a:extLst>
                <a:ext uri="{FF2B5EF4-FFF2-40B4-BE49-F238E27FC236}">
                  <a16:creationId xmlns:a16="http://schemas.microsoft.com/office/drawing/2014/main" id="{CBA01E83-2F56-7B7B-6A27-8426DAD8698D}"/>
                </a:ext>
              </a:extLst>
            </p:cNvPr>
            <p:cNvSpPr/>
            <p:nvPr userDrawn="1"/>
          </p:nvSpPr>
          <p:spPr>
            <a:xfrm rot="16200000" flipH="1">
              <a:off x="587155" y="5220918"/>
              <a:ext cx="1480122" cy="1112873"/>
            </a:xfrm>
            <a:prstGeom prst="parallelogram">
              <a:avLst>
                <a:gd name="adj" fmla="val 37621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B04A22E3-3D22-FBA9-6DE0-15077C98803D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284985" y="1"/>
              <a:ext cx="0" cy="2283416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D5A19AE-5B19-466F-5CC4-DB28E3897507}"/>
              </a:ext>
            </a:extLst>
          </p:cNvPr>
          <p:cNvCxnSpPr>
            <a:cxnSpLocks/>
          </p:cNvCxnSpPr>
          <p:nvPr/>
        </p:nvCxnSpPr>
        <p:spPr>
          <a:xfrm flipV="1">
            <a:off x="2968308" y="3231058"/>
            <a:ext cx="1288912" cy="1168029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629A86F-5766-F902-3A17-82988DD3D0E5}"/>
              </a:ext>
            </a:extLst>
          </p:cNvPr>
          <p:cNvCxnSpPr>
            <a:cxnSpLocks/>
          </p:cNvCxnSpPr>
          <p:nvPr/>
        </p:nvCxnSpPr>
        <p:spPr>
          <a:xfrm>
            <a:off x="4273099" y="3250691"/>
            <a:ext cx="2910127" cy="782513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53F60EE-2314-8497-39F0-C5D72F452648}"/>
              </a:ext>
            </a:extLst>
          </p:cNvPr>
          <p:cNvCxnSpPr>
            <a:cxnSpLocks/>
          </p:cNvCxnSpPr>
          <p:nvPr/>
        </p:nvCxnSpPr>
        <p:spPr>
          <a:xfrm flipV="1">
            <a:off x="7183226" y="3079702"/>
            <a:ext cx="2781901" cy="952067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FF3526B9-545F-65AF-59CF-352A92449D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04118" y="3391876"/>
            <a:ext cx="2141764" cy="467592"/>
          </a:xfrm>
        </p:spPr>
        <p:txBody>
          <a:bodyPr anchor="ctr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7005ED3A-ABD9-2109-03EF-06C2E4B6E9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19265" y="3958427"/>
            <a:ext cx="2141764" cy="467592"/>
          </a:xfrm>
        </p:spPr>
        <p:txBody>
          <a:bodyPr anchor="ctr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D25B1309-E259-7D38-9823-B89944267F1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10539" y="2244935"/>
            <a:ext cx="2141764" cy="467592"/>
          </a:xfrm>
        </p:spPr>
        <p:txBody>
          <a:bodyPr anchor="ctr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19E69553-C106-E241-9049-FE7AF591D2F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12038" y="3656131"/>
            <a:ext cx="2141764" cy="467592"/>
          </a:xfrm>
        </p:spPr>
        <p:txBody>
          <a:bodyPr anchor="ctr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9780DA0B-0F5E-560C-549F-05B8202073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04117" y="3915313"/>
            <a:ext cx="1399032" cy="918948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049" spc="38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384D5C5C-1CEF-18B1-D953-4A91EC0A16F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30223" y="4497144"/>
            <a:ext cx="1399032" cy="918948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049" spc="38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A5C5C647-D157-6C4E-E18D-EFB1F93AE7F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10537" y="2769167"/>
            <a:ext cx="1399032" cy="918948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049" spc="38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64D73115-B1F8-ED79-770A-0CB362BE49D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12037" y="4181830"/>
            <a:ext cx="1399032" cy="918948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049" spc="38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0" name="Diamond 29">
            <a:extLst>
              <a:ext uri="{FF2B5EF4-FFF2-40B4-BE49-F238E27FC236}">
                <a16:creationId xmlns:a16="http://schemas.microsoft.com/office/drawing/2014/main" id="{E0134B8B-F604-84C0-775B-5D04757105B2}"/>
              </a:ext>
            </a:extLst>
          </p:cNvPr>
          <p:cNvSpPr/>
          <p:nvPr/>
        </p:nvSpPr>
        <p:spPr>
          <a:xfrm>
            <a:off x="2675456" y="4105223"/>
            <a:ext cx="571504" cy="576072"/>
          </a:xfrm>
          <a:prstGeom prst="diamond">
            <a:avLst/>
          </a:prstGeom>
          <a:solidFill>
            <a:schemeClr val="tx1"/>
          </a:solidFill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Futura LT Book" pitchFamily="2" charset="0"/>
            </a:endParaRPr>
          </a:p>
        </p:txBody>
      </p:sp>
      <p:sp>
        <p:nvSpPr>
          <p:cNvPr id="31" name="Diamond 30">
            <a:extLst>
              <a:ext uri="{FF2B5EF4-FFF2-40B4-BE49-F238E27FC236}">
                <a16:creationId xmlns:a16="http://schemas.microsoft.com/office/drawing/2014/main" id="{F92B0368-FE1C-96C8-B231-A261F3398A00}"/>
              </a:ext>
            </a:extLst>
          </p:cNvPr>
          <p:cNvSpPr/>
          <p:nvPr/>
        </p:nvSpPr>
        <p:spPr>
          <a:xfrm>
            <a:off x="3961340" y="2962215"/>
            <a:ext cx="571504" cy="576072"/>
          </a:xfrm>
          <a:prstGeom prst="diamond">
            <a:avLst/>
          </a:prstGeom>
          <a:solidFill>
            <a:schemeClr val="tx1"/>
          </a:solidFill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Futura LT Book" pitchFamily="2" charset="0"/>
            </a:endParaRPr>
          </a:p>
        </p:txBody>
      </p:sp>
      <p:sp>
        <p:nvSpPr>
          <p:cNvPr id="32" name="Diamond 31">
            <a:extLst>
              <a:ext uri="{FF2B5EF4-FFF2-40B4-BE49-F238E27FC236}">
                <a16:creationId xmlns:a16="http://schemas.microsoft.com/office/drawing/2014/main" id="{E965A386-1540-D490-2111-74DAF6863731}"/>
              </a:ext>
            </a:extLst>
          </p:cNvPr>
          <p:cNvSpPr/>
          <p:nvPr/>
        </p:nvSpPr>
        <p:spPr>
          <a:xfrm>
            <a:off x="6890299" y="3748033"/>
            <a:ext cx="571504" cy="576072"/>
          </a:xfrm>
          <a:prstGeom prst="diamond">
            <a:avLst/>
          </a:prstGeom>
          <a:solidFill>
            <a:schemeClr val="tx1"/>
          </a:solidFill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Futura LT Book" pitchFamily="2" charset="0"/>
            </a:endParaRPr>
          </a:p>
        </p:txBody>
      </p:sp>
      <p:sp>
        <p:nvSpPr>
          <p:cNvPr id="33" name="Diamond 32">
            <a:extLst>
              <a:ext uri="{FF2B5EF4-FFF2-40B4-BE49-F238E27FC236}">
                <a16:creationId xmlns:a16="http://schemas.microsoft.com/office/drawing/2014/main" id="{930F9921-72F4-4B6B-3627-F504F4475972}"/>
              </a:ext>
            </a:extLst>
          </p:cNvPr>
          <p:cNvSpPr/>
          <p:nvPr/>
        </p:nvSpPr>
        <p:spPr>
          <a:xfrm>
            <a:off x="9679375" y="2783269"/>
            <a:ext cx="571504" cy="576072"/>
          </a:xfrm>
          <a:prstGeom prst="diamond">
            <a:avLst/>
          </a:prstGeom>
          <a:solidFill>
            <a:schemeClr val="tx1"/>
          </a:solidFill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Futura LT Book" pitchFamily="2" charset="0"/>
            </a:endParaRPr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257D2B0C-173A-0692-28A5-1B46ADF2A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2" name="Date Placeholder 2">
            <a:extLst>
              <a:ext uri="{FF2B5EF4-FFF2-40B4-BE49-F238E27FC236}">
                <a16:creationId xmlns:a16="http://schemas.microsoft.com/office/drawing/2014/main" id="{E1F958B9-F968-A134-A55E-1AAC6EB63B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</p:spPr>
        <p:txBody>
          <a:bodyPr/>
          <a:lstStyle>
            <a:lvl1pPr>
              <a:defRPr sz="675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48A87A34-81AB-432B-8DAE-1953F412C126}" type="datetimeFigureOut">
              <a:rPr lang="en-US" smtClean="0"/>
              <a:pPr/>
              <a:t>12/24/2025</a:t>
            </a:fld>
            <a:endParaRPr lang="en-US" dirty="0"/>
          </a:p>
        </p:txBody>
      </p:sp>
      <p:sp>
        <p:nvSpPr>
          <p:cNvPr id="53" name="Footer Placeholder 3">
            <a:extLst>
              <a:ext uri="{FF2B5EF4-FFF2-40B4-BE49-F238E27FC236}">
                <a16:creationId xmlns:a16="http://schemas.microsoft.com/office/drawing/2014/main" id="{AEFE6B0F-9CB1-8916-8DAA-A9FBCAD25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</p:spPr>
        <p:txBody>
          <a:bodyPr/>
          <a:lstStyle>
            <a:lvl1pPr>
              <a:defRPr sz="675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54" name="Slide Number Placeholder 4">
            <a:extLst>
              <a:ext uri="{FF2B5EF4-FFF2-40B4-BE49-F238E27FC236}">
                <a16:creationId xmlns:a16="http://schemas.microsoft.com/office/drawing/2014/main" id="{99CDB583-7BFC-F2AD-948B-DDC7CBE8F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</p:spPr>
        <p:txBody>
          <a:bodyPr/>
          <a:lstStyle>
            <a:lvl1pPr>
              <a:defRPr sz="675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5721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5120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28C1ED7D-8B66-F863-D9A8-BE821ABEB89D}"/>
              </a:ext>
            </a:extLst>
          </p:cNvPr>
          <p:cNvGrpSpPr/>
          <p:nvPr/>
        </p:nvGrpSpPr>
        <p:grpSpPr>
          <a:xfrm rot="10800000" flipH="1">
            <a:off x="9222784" y="0"/>
            <a:ext cx="2969216" cy="6858000"/>
            <a:chOff x="3241084" y="221921"/>
            <a:chExt cx="2969216" cy="6858000"/>
          </a:xfrm>
        </p:grpSpPr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BE4FDCA1-FDBA-EF58-233E-0333CF2FD100}"/>
                </a:ext>
              </a:extLst>
            </p:cNvPr>
            <p:cNvSpPr/>
            <p:nvPr userDrawn="1"/>
          </p:nvSpPr>
          <p:spPr>
            <a:xfrm rot="5400000">
              <a:off x="4401561" y="2044957"/>
              <a:ext cx="1452672" cy="1092234"/>
            </a:xfrm>
            <a:prstGeom prst="parallelogram">
              <a:avLst>
                <a:gd name="adj" fmla="val 37621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A718ADD5-4399-48F1-7B2E-45B370E6D050}"/>
                </a:ext>
              </a:extLst>
            </p:cNvPr>
            <p:cNvSpPr/>
            <p:nvPr userDrawn="1"/>
          </p:nvSpPr>
          <p:spPr>
            <a:xfrm rot="16200000" flipH="1">
              <a:off x="3800823" y="1343212"/>
              <a:ext cx="891562" cy="670347"/>
            </a:xfrm>
            <a:prstGeom prst="parallelogram">
              <a:avLst>
                <a:gd name="adj" fmla="val 3762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E0D70EB4-A134-61C2-4A04-E67113E8099D}"/>
                </a:ext>
              </a:extLst>
            </p:cNvPr>
            <p:cNvSpPr/>
            <p:nvPr userDrawn="1"/>
          </p:nvSpPr>
          <p:spPr>
            <a:xfrm rot="5400000">
              <a:off x="3130480" y="1343212"/>
              <a:ext cx="891562" cy="670347"/>
            </a:xfrm>
            <a:prstGeom prst="parallelogram">
              <a:avLst>
                <a:gd name="adj" fmla="val 37621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58D6086E-9653-480A-95E2-FF8FE0BC4E9A}"/>
                </a:ext>
              </a:extLst>
            </p:cNvPr>
            <p:cNvSpPr/>
            <p:nvPr userDrawn="1"/>
          </p:nvSpPr>
          <p:spPr>
            <a:xfrm rot="16200000" flipH="1">
              <a:off x="3152597" y="607830"/>
              <a:ext cx="713257" cy="536284"/>
            </a:xfrm>
            <a:prstGeom prst="parallelogram">
              <a:avLst>
                <a:gd name="adj" fmla="val 37621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300FAA86-4055-160C-3262-B15E43D43FDA}"/>
                </a:ext>
              </a:extLst>
            </p:cNvPr>
            <p:cNvSpPr/>
            <p:nvPr userDrawn="1"/>
          </p:nvSpPr>
          <p:spPr>
            <a:xfrm rot="16200000" flipH="1">
              <a:off x="5585529" y="1658645"/>
              <a:ext cx="713257" cy="536284"/>
            </a:xfrm>
            <a:prstGeom prst="parallelogram">
              <a:avLst>
                <a:gd name="adj" fmla="val 37621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46D23F4-B85C-D50E-53B4-D7D7291080B6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5663854" y="3297075"/>
              <a:ext cx="10161" cy="3782846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B6320C6-247B-7EA2-0068-5EE4FCB782C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3764668" y="221921"/>
              <a:ext cx="12700" cy="341959"/>
            </a:xfrm>
            <a:prstGeom prst="line">
              <a:avLst/>
            </a:prstGeom>
            <a:ln w="190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3518847-BD6B-F8D5-E38F-75AC1CD6766E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4572252" y="221921"/>
              <a:ext cx="9528" cy="1035379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9333CFA-ADF0-A142-AE96-E018B5609AB3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6199981" y="221921"/>
              <a:ext cx="10319" cy="1387804"/>
            </a:xfrm>
            <a:prstGeom prst="line">
              <a:avLst/>
            </a:prstGeom>
            <a:ln w="190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1" y="1829279"/>
            <a:ext cx="5180860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1500" kern="1200" spc="113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1" y="2757723"/>
            <a:ext cx="5180860" cy="342082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050" spc="38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lnSpc>
                <a:spcPct val="100000"/>
              </a:lnSpc>
              <a:buNone/>
              <a:defRPr sz="1050" spc="38" baseline="0">
                <a:solidFill>
                  <a:schemeClr val="tx1"/>
                </a:solidFill>
                <a:latin typeface="+mn-lt"/>
              </a:defRPr>
            </a:lvl2pPr>
            <a:lvl3pPr marL="685800" indent="0">
              <a:lnSpc>
                <a:spcPct val="100000"/>
              </a:lnSpc>
              <a:buNone/>
              <a:defRPr sz="1050" spc="38" baseline="0">
                <a:solidFill>
                  <a:schemeClr val="tx1"/>
                </a:solidFill>
                <a:latin typeface="+mn-lt"/>
              </a:defRPr>
            </a:lvl3pPr>
            <a:lvl4pPr marL="1028700" indent="0">
              <a:lnSpc>
                <a:spcPct val="100000"/>
              </a:lnSpc>
              <a:buNone/>
              <a:defRPr sz="1050" spc="38" baseline="0">
                <a:solidFill>
                  <a:schemeClr val="tx1"/>
                </a:solidFill>
                <a:latin typeface="+mn-lt"/>
              </a:defRPr>
            </a:lvl4pPr>
            <a:lvl5pPr marL="1371600" indent="0">
              <a:lnSpc>
                <a:spcPct val="100000"/>
              </a:lnSpc>
              <a:buNone/>
              <a:defRPr sz="1050" spc="38" baseline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47424" y="1829279"/>
            <a:ext cx="5206376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1500" kern="1200" spc="113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marL="0" lv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47424" y="2757723"/>
            <a:ext cx="5206376" cy="342082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050" spc="38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lnSpc>
                <a:spcPct val="100000"/>
              </a:lnSpc>
              <a:buNone/>
              <a:defRPr sz="1050" spc="38" baseline="0">
                <a:solidFill>
                  <a:schemeClr val="tx1"/>
                </a:solidFill>
                <a:latin typeface="+mn-lt"/>
              </a:defRPr>
            </a:lvl2pPr>
            <a:lvl3pPr marL="685800" indent="0">
              <a:lnSpc>
                <a:spcPct val="100000"/>
              </a:lnSpc>
              <a:buNone/>
              <a:defRPr sz="1050" spc="38" baseline="0">
                <a:solidFill>
                  <a:schemeClr val="tx1"/>
                </a:solidFill>
                <a:latin typeface="+mn-lt"/>
              </a:defRPr>
            </a:lvl3pPr>
            <a:lvl4pPr marL="1028700" indent="0">
              <a:lnSpc>
                <a:spcPct val="100000"/>
              </a:lnSpc>
              <a:buNone/>
              <a:defRPr sz="1050" spc="38" baseline="0">
                <a:solidFill>
                  <a:schemeClr val="tx1"/>
                </a:solidFill>
                <a:latin typeface="+mn-lt"/>
              </a:defRPr>
            </a:lvl4pPr>
            <a:lvl5pPr marL="1371600" indent="0">
              <a:lnSpc>
                <a:spcPct val="100000"/>
              </a:lnSpc>
              <a:buNone/>
              <a:defRPr sz="1050" spc="38" baseline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0DA388AA-65AC-AEF9-D604-8189910C4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6" name="Date Placeholder 2">
            <a:extLst>
              <a:ext uri="{FF2B5EF4-FFF2-40B4-BE49-F238E27FC236}">
                <a16:creationId xmlns:a16="http://schemas.microsoft.com/office/drawing/2014/main" id="{DEE03780-FFF0-90C1-BDF4-B8F3F458FF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</p:spPr>
        <p:txBody>
          <a:bodyPr/>
          <a:lstStyle>
            <a:lvl1pPr>
              <a:defRPr sz="675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48A87A34-81AB-432B-8DAE-1953F412C126}" type="datetimeFigureOut">
              <a:rPr lang="en-US" smtClean="0"/>
              <a:pPr/>
              <a:t>12/24/2025</a:t>
            </a:fld>
            <a:endParaRPr lang="en-US" dirty="0"/>
          </a:p>
        </p:txBody>
      </p:sp>
      <p:sp>
        <p:nvSpPr>
          <p:cNvPr id="27" name="Footer Placeholder 3">
            <a:extLst>
              <a:ext uri="{FF2B5EF4-FFF2-40B4-BE49-F238E27FC236}">
                <a16:creationId xmlns:a16="http://schemas.microsoft.com/office/drawing/2014/main" id="{F4683111-BCAF-F2DB-22FE-96E90F07D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</p:spPr>
        <p:txBody>
          <a:bodyPr/>
          <a:lstStyle>
            <a:lvl1pPr>
              <a:defRPr sz="675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28" name="Slide Number Placeholder 4">
            <a:extLst>
              <a:ext uri="{FF2B5EF4-FFF2-40B4-BE49-F238E27FC236}">
                <a16:creationId xmlns:a16="http://schemas.microsoft.com/office/drawing/2014/main" id="{CAD3A798-06C2-4DDB-C9DF-11E9B6E4D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</p:spPr>
        <p:txBody>
          <a:bodyPr/>
          <a:lstStyle>
            <a:lvl1pPr>
              <a:defRPr sz="675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4871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512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BF545507-4EC3-8141-1D0F-81A033D661C2}"/>
              </a:ext>
            </a:extLst>
          </p:cNvPr>
          <p:cNvGrpSpPr/>
          <p:nvPr/>
        </p:nvGrpSpPr>
        <p:grpSpPr>
          <a:xfrm>
            <a:off x="0" y="3"/>
            <a:ext cx="3217659" cy="6517415"/>
            <a:chOff x="274825" y="1"/>
            <a:chExt cx="3217658" cy="6517415"/>
          </a:xfrm>
        </p:grpSpPr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11A43542-E855-B789-D5E0-8827ACA43639}"/>
                </a:ext>
              </a:extLst>
            </p:cNvPr>
            <p:cNvSpPr/>
            <p:nvPr userDrawn="1"/>
          </p:nvSpPr>
          <p:spPr>
            <a:xfrm rot="5400000">
              <a:off x="9369" y="2492662"/>
              <a:ext cx="2139742" cy="1608829"/>
            </a:xfrm>
            <a:prstGeom prst="parallelogram">
              <a:avLst>
                <a:gd name="adj" fmla="val 37621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C77EEC4A-1B70-BA95-1EB9-4163D556B4A4}"/>
                </a:ext>
              </a:extLst>
            </p:cNvPr>
            <p:cNvSpPr/>
            <p:nvPr userDrawn="1"/>
          </p:nvSpPr>
          <p:spPr>
            <a:xfrm rot="16200000" flipH="1">
              <a:off x="1618198" y="3163007"/>
              <a:ext cx="2139742" cy="1608829"/>
            </a:xfrm>
            <a:prstGeom prst="parallelogram">
              <a:avLst>
                <a:gd name="adj" fmla="val 3762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25" name="Parallelogram 24">
              <a:extLst>
                <a:ext uri="{FF2B5EF4-FFF2-40B4-BE49-F238E27FC236}">
                  <a16:creationId xmlns:a16="http://schemas.microsoft.com/office/drawing/2014/main" id="{FAB5FD8E-8FDC-49AB-4C7C-22319081686F}"/>
                </a:ext>
              </a:extLst>
            </p:cNvPr>
            <p:cNvSpPr/>
            <p:nvPr userDrawn="1"/>
          </p:nvSpPr>
          <p:spPr>
            <a:xfrm rot="16200000" flipH="1">
              <a:off x="587155" y="5220918"/>
              <a:ext cx="1480122" cy="1112873"/>
            </a:xfrm>
            <a:prstGeom prst="parallelogram">
              <a:avLst>
                <a:gd name="adj" fmla="val 37621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018A74D9-5604-45FC-D5DB-01F2FF5B57ED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284985" y="1"/>
              <a:ext cx="0" cy="2283416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675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48A87A34-81AB-432B-8DAE-1953F412C126}" type="datetimeFigureOut">
              <a:rPr lang="en-US" smtClean="0"/>
              <a:pPr/>
              <a:t>12/24/2025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675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675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AE1B4C5-CFE6-8B38-DB2E-F68DC2A1E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19C5A51B-24F7-29DC-E559-84A8A9C51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815249"/>
            <a:ext cx="5157787" cy="823912"/>
          </a:xfrm>
        </p:spPr>
        <p:txBody>
          <a:bodyPr anchor="b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569E4F83-3B16-44A3-F6EF-F689B8D4A1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763723"/>
            <a:ext cx="5157787" cy="34259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BFA577CD-006B-D971-0CB6-B8851E8F14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815249"/>
            <a:ext cx="5183188" cy="823912"/>
          </a:xfrm>
        </p:spPr>
        <p:txBody>
          <a:bodyPr anchor="b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79804E96-E97D-A4AC-9CC9-C1773EE8D8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763723"/>
            <a:ext cx="5183188" cy="34259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780853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5120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1006CFC-3C33-A2F7-77EA-D353FCBCA5CB}"/>
              </a:ext>
            </a:extLst>
          </p:cNvPr>
          <p:cNvGrpSpPr/>
          <p:nvPr/>
        </p:nvGrpSpPr>
        <p:grpSpPr>
          <a:xfrm rot="10800000" flipH="1">
            <a:off x="9222784" y="0"/>
            <a:ext cx="2969216" cy="6858000"/>
            <a:chOff x="3241084" y="221921"/>
            <a:chExt cx="2969216" cy="6858000"/>
          </a:xfrm>
        </p:grpSpPr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FE64ECA2-6720-7D3E-9846-874FC005127E}"/>
                </a:ext>
              </a:extLst>
            </p:cNvPr>
            <p:cNvSpPr/>
            <p:nvPr userDrawn="1"/>
          </p:nvSpPr>
          <p:spPr>
            <a:xfrm rot="5400000">
              <a:off x="4401561" y="2044957"/>
              <a:ext cx="1452672" cy="1092234"/>
            </a:xfrm>
            <a:prstGeom prst="parallelogram">
              <a:avLst>
                <a:gd name="adj" fmla="val 37621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373C4538-A684-9EF1-6328-B94967446E69}"/>
                </a:ext>
              </a:extLst>
            </p:cNvPr>
            <p:cNvSpPr/>
            <p:nvPr userDrawn="1"/>
          </p:nvSpPr>
          <p:spPr>
            <a:xfrm rot="16200000" flipH="1">
              <a:off x="3800823" y="1343212"/>
              <a:ext cx="891562" cy="670347"/>
            </a:xfrm>
            <a:prstGeom prst="parallelogram">
              <a:avLst>
                <a:gd name="adj" fmla="val 3762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575B3301-8E3D-18E2-6722-D1411598BABC}"/>
                </a:ext>
              </a:extLst>
            </p:cNvPr>
            <p:cNvSpPr/>
            <p:nvPr userDrawn="1"/>
          </p:nvSpPr>
          <p:spPr>
            <a:xfrm rot="5400000">
              <a:off x="3130480" y="1343212"/>
              <a:ext cx="891562" cy="670347"/>
            </a:xfrm>
            <a:prstGeom prst="parallelogram">
              <a:avLst>
                <a:gd name="adj" fmla="val 37621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3645E69E-BA1F-EE37-EE6B-E5A278903A93}"/>
                </a:ext>
              </a:extLst>
            </p:cNvPr>
            <p:cNvSpPr/>
            <p:nvPr userDrawn="1"/>
          </p:nvSpPr>
          <p:spPr>
            <a:xfrm rot="16200000" flipH="1">
              <a:off x="3152597" y="607830"/>
              <a:ext cx="713257" cy="536284"/>
            </a:xfrm>
            <a:prstGeom prst="parallelogram">
              <a:avLst>
                <a:gd name="adj" fmla="val 37621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FD2E71A7-CBA9-4190-26C4-B3ACE8402D22}"/>
                </a:ext>
              </a:extLst>
            </p:cNvPr>
            <p:cNvSpPr/>
            <p:nvPr userDrawn="1"/>
          </p:nvSpPr>
          <p:spPr>
            <a:xfrm rot="16200000" flipH="1">
              <a:off x="5585529" y="1658645"/>
              <a:ext cx="713257" cy="536284"/>
            </a:xfrm>
            <a:prstGeom prst="parallelogram">
              <a:avLst>
                <a:gd name="adj" fmla="val 37621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BFD4DDC-11A4-785B-429C-2E2171992E2C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5663854" y="3297075"/>
              <a:ext cx="10161" cy="3782846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0342E49-8011-B85A-C044-AC6FA7577299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3764668" y="221921"/>
              <a:ext cx="12700" cy="341959"/>
            </a:xfrm>
            <a:prstGeom prst="line">
              <a:avLst/>
            </a:prstGeom>
            <a:ln w="190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934D868-72B5-58D7-6460-55C983D864D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4572252" y="221921"/>
              <a:ext cx="9528" cy="1035379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B21341D-7E53-13C7-066B-A271C558B2D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6199981" y="221921"/>
              <a:ext cx="10319" cy="1387804"/>
            </a:xfrm>
            <a:prstGeom prst="line">
              <a:avLst/>
            </a:prstGeom>
            <a:ln w="190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</p:spPr>
        <p:txBody>
          <a:bodyPr/>
          <a:lstStyle>
            <a:lvl1pPr>
              <a:defRPr sz="675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48A87A34-81AB-432B-8DAE-1953F412C126}" type="datetimeFigureOut">
              <a:rPr lang="en-US" smtClean="0"/>
              <a:pPr/>
              <a:t>12/24/2025</a:t>
            </a:fld>
            <a:endParaRPr lang="en-US" dirty="0"/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</p:spPr>
        <p:txBody>
          <a:bodyPr/>
          <a:lstStyle>
            <a:lvl1pPr>
              <a:defRPr sz="675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</p:spPr>
        <p:txBody>
          <a:bodyPr/>
          <a:lstStyle>
            <a:lvl1pPr>
              <a:defRPr sz="675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8287AEB1-81AF-0794-1FBC-758DCFEC1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5318B26-4D0C-87B9-D69F-4A88A52E4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817046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000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594705BE-A035-0D3D-6613-4331C21FF49E}"/>
              </a:ext>
            </a:extLst>
          </p:cNvPr>
          <p:cNvGrpSpPr/>
          <p:nvPr/>
        </p:nvGrpSpPr>
        <p:grpSpPr>
          <a:xfrm rot="10800000" flipH="1">
            <a:off x="9222784" y="0"/>
            <a:ext cx="2969216" cy="6858000"/>
            <a:chOff x="3241084" y="221921"/>
            <a:chExt cx="2969216" cy="6858000"/>
          </a:xfrm>
        </p:grpSpPr>
        <p:sp>
          <p:nvSpPr>
            <p:cNvPr id="25" name="Parallelogram 24">
              <a:extLst>
                <a:ext uri="{FF2B5EF4-FFF2-40B4-BE49-F238E27FC236}">
                  <a16:creationId xmlns:a16="http://schemas.microsoft.com/office/drawing/2014/main" id="{124362C5-E148-4567-390F-D24842C78178}"/>
                </a:ext>
              </a:extLst>
            </p:cNvPr>
            <p:cNvSpPr/>
            <p:nvPr userDrawn="1"/>
          </p:nvSpPr>
          <p:spPr>
            <a:xfrm rot="5400000">
              <a:off x="4401561" y="2044957"/>
              <a:ext cx="1452672" cy="1092234"/>
            </a:xfrm>
            <a:prstGeom prst="parallelogram">
              <a:avLst>
                <a:gd name="adj" fmla="val 37621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26" name="Parallelogram 25">
              <a:extLst>
                <a:ext uri="{FF2B5EF4-FFF2-40B4-BE49-F238E27FC236}">
                  <a16:creationId xmlns:a16="http://schemas.microsoft.com/office/drawing/2014/main" id="{A0139FDE-3EDC-0ACC-5570-AF64A3B0DE99}"/>
                </a:ext>
              </a:extLst>
            </p:cNvPr>
            <p:cNvSpPr/>
            <p:nvPr userDrawn="1"/>
          </p:nvSpPr>
          <p:spPr>
            <a:xfrm rot="16200000" flipH="1">
              <a:off x="3800823" y="1343212"/>
              <a:ext cx="891562" cy="670347"/>
            </a:xfrm>
            <a:prstGeom prst="parallelogram">
              <a:avLst>
                <a:gd name="adj" fmla="val 3762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27" name="Parallelogram 26">
              <a:extLst>
                <a:ext uri="{FF2B5EF4-FFF2-40B4-BE49-F238E27FC236}">
                  <a16:creationId xmlns:a16="http://schemas.microsoft.com/office/drawing/2014/main" id="{2494022E-1CD4-50BB-2249-51C0A6F9FB97}"/>
                </a:ext>
              </a:extLst>
            </p:cNvPr>
            <p:cNvSpPr/>
            <p:nvPr userDrawn="1"/>
          </p:nvSpPr>
          <p:spPr>
            <a:xfrm rot="5400000">
              <a:off x="3130480" y="1343212"/>
              <a:ext cx="891562" cy="670347"/>
            </a:xfrm>
            <a:prstGeom prst="parallelogram">
              <a:avLst>
                <a:gd name="adj" fmla="val 37621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28" name="Parallelogram 27">
              <a:extLst>
                <a:ext uri="{FF2B5EF4-FFF2-40B4-BE49-F238E27FC236}">
                  <a16:creationId xmlns:a16="http://schemas.microsoft.com/office/drawing/2014/main" id="{5551059A-3DA5-E383-4B1B-E9749031AA98}"/>
                </a:ext>
              </a:extLst>
            </p:cNvPr>
            <p:cNvSpPr/>
            <p:nvPr userDrawn="1"/>
          </p:nvSpPr>
          <p:spPr>
            <a:xfrm rot="16200000" flipH="1">
              <a:off x="3152597" y="607830"/>
              <a:ext cx="713257" cy="536284"/>
            </a:xfrm>
            <a:prstGeom prst="parallelogram">
              <a:avLst>
                <a:gd name="adj" fmla="val 37621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29" name="Parallelogram 28">
              <a:extLst>
                <a:ext uri="{FF2B5EF4-FFF2-40B4-BE49-F238E27FC236}">
                  <a16:creationId xmlns:a16="http://schemas.microsoft.com/office/drawing/2014/main" id="{66F9A8DF-31FA-339B-0CF1-CDE29A27AD39}"/>
                </a:ext>
              </a:extLst>
            </p:cNvPr>
            <p:cNvSpPr/>
            <p:nvPr userDrawn="1"/>
          </p:nvSpPr>
          <p:spPr>
            <a:xfrm rot="16200000" flipH="1">
              <a:off x="5585529" y="1658645"/>
              <a:ext cx="713257" cy="536284"/>
            </a:xfrm>
            <a:prstGeom prst="parallelogram">
              <a:avLst>
                <a:gd name="adj" fmla="val 37621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AA52A30-6E54-6565-4A85-ED380A019E00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5663854" y="3297075"/>
              <a:ext cx="10161" cy="3782846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83934A8-E6CE-01C4-3679-739ADC296966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3764668" y="221921"/>
              <a:ext cx="12700" cy="341959"/>
            </a:xfrm>
            <a:prstGeom prst="line">
              <a:avLst/>
            </a:prstGeom>
            <a:ln w="190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B90E267-E4C1-587F-1CDF-8F36E8C9399A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4572252" y="221921"/>
              <a:ext cx="9528" cy="1035379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DB556DD-A610-6846-30D6-A824FA7A3C86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6199981" y="221921"/>
              <a:ext cx="10319" cy="1387804"/>
            </a:xfrm>
            <a:prstGeom prst="line">
              <a:avLst/>
            </a:prstGeom>
            <a:ln w="190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Date Placeholder 6">
            <a:extLst>
              <a:ext uri="{FF2B5EF4-FFF2-40B4-BE49-F238E27FC236}">
                <a16:creationId xmlns:a16="http://schemas.microsoft.com/office/drawing/2014/main" id="{354E08D2-03B5-B74C-6A1F-09EC6A2880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</p:spPr>
        <p:txBody>
          <a:bodyPr/>
          <a:lstStyle>
            <a:lvl1pPr>
              <a:defRPr sz="675">
                <a:solidFill>
                  <a:schemeClr val="bg2"/>
                </a:solidFill>
                <a:latin typeface="+mn-lt"/>
              </a:defRPr>
            </a:lvl1pPr>
          </a:lstStyle>
          <a:p>
            <a:fld id="{48A87A34-81AB-432B-8DAE-1953F412C126}" type="datetimeFigureOut">
              <a:rPr lang="en-US" smtClean="0"/>
              <a:pPr/>
              <a:t>12/24/2025</a:t>
            </a:fld>
            <a:endParaRPr lang="en-US" dirty="0"/>
          </a:p>
        </p:txBody>
      </p: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41A0A301-85D2-53FF-EFCD-AD417EC01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</p:spPr>
        <p:txBody>
          <a:bodyPr/>
          <a:lstStyle>
            <a:lvl1pPr>
              <a:defRPr sz="675">
                <a:solidFill>
                  <a:schemeClr val="bg2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384BED10-17CA-FAA9-284B-C03790332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</p:spPr>
        <p:txBody>
          <a:bodyPr/>
          <a:lstStyle>
            <a:lvl1pPr>
              <a:defRPr sz="675">
                <a:solidFill>
                  <a:schemeClr val="bg2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A514AF0-AE48-745F-D1B0-8D88384512A6}"/>
              </a:ext>
            </a:extLst>
          </p:cNvPr>
          <p:cNvGrpSpPr/>
          <p:nvPr/>
        </p:nvGrpSpPr>
        <p:grpSpPr>
          <a:xfrm flipH="1">
            <a:off x="0" y="3"/>
            <a:ext cx="2969216" cy="3317409"/>
            <a:chOff x="8610600" y="1"/>
            <a:chExt cx="2969216" cy="3317409"/>
          </a:xfrm>
        </p:grpSpPr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8352D9CD-D44B-C383-4E11-1C9B3A497287}"/>
                </a:ext>
              </a:extLst>
            </p:cNvPr>
            <p:cNvSpPr/>
            <p:nvPr userDrawn="1"/>
          </p:nvSpPr>
          <p:spPr>
            <a:xfrm rot="5400000">
              <a:off x="9771077" y="2044957"/>
              <a:ext cx="1452672" cy="1092234"/>
            </a:xfrm>
            <a:prstGeom prst="parallelogram">
              <a:avLst>
                <a:gd name="adj" fmla="val 37621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67901AD1-6460-2D3E-B809-5F0F84A47620}"/>
                </a:ext>
              </a:extLst>
            </p:cNvPr>
            <p:cNvSpPr/>
            <p:nvPr userDrawn="1"/>
          </p:nvSpPr>
          <p:spPr>
            <a:xfrm rot="16200000" flipH="1">
              <a:off x="9170339" y="1343212"/>
              <a:ext cx="891562" cy="670347"/>
            </a:xfrm>
            <a:prstGeom prst="parallelogram">
              <a:avLst>
                <a:gd name="adj" fmla="val 3762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6059AAE8-B070-8AE6-F0E4-AE9EDAA93135}"/>
                </a:ext>
              </a:extLst>
            </p:cNvPr>
            <p:cNvSpPr/>
            <p:nvPr userDrawn="1"/>
          </p:nvSpPr>
          <p:spPr>
            <a:xfrm rot="5400000">
              <a:off x="8499996" y="1343212"/>
              <a:ext cx="891562" cy="670347"/>
            </a:xfrm>
            <a:prstGeom prst="parallelogram">
              <a:avLst>
                <a:gd name="adj" fmla="val 37621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B5199C06-1FFC-D02B-C65D-5460F46C7576}"/>
                </a:ext>
              </a:extLst>
            </p:cNvPr>
            <p:cNvSpPr/>
            <p:nvPr userDrawn="1"/>
          </p:nvSpPr>
          <p:spPr>
            <a:xfrm rot="16200000" flipH="1">
              <a:off x="8522113" y="607830"/>
              <a:ext cx="713257" cy="536284"/>
            </a:xfrm>
            <a:prstGeom prst="parallelogram">
              <a:avLst>
                <a:gd name="adj" fmla="val 37621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F9E3AAD8-8385-546C-0D00-4D9DA93BAFFC}"/>
                </a:ext>
              </a:extLst>
            </p:cNvPr>
            <p:cNvSpPr/>
            <p:nvPr userDrawn="1"/>
          </p:nvSpPr>
          <p:spPr>
            <a:xfrm rot="16200000" flipH="1">
              <a:off x="10955045" y="1658645"/>
              <a:ext cx="713257" cy="536284"/>
            </a:xfrm>
            <a:prstGeom prst="parallelogram">
              <a:avLst>
                <a:gd name="adj" fmla="val 37621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8D24948-41E3-BAB5-2425-8B543528AEF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134184" y="1"/>
              <a:ext cx="0" cy="563879"/>
            </a:xfrm>
            <a:prstGeom prst="line">
              <a:avLst/>
            </a:prstGeom>
            <a:ln w="190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0C55B5A-4362-A3B5-FB99-CC7C555783FE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941768" y="1"/>
              <a:ext cx="0" cy="1257299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CB6E216-4D5B-866B-726A-3537BBF306BA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1569497" y="1"/>
              <a:ext cx="0" cy="1609724"/>
            </a:xfrm>
            <a:prstGeom prst="line">
              <a:avLst/>
            </a:prstGeom>
            <a:ln w="190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itle 1">
            <a:extLst>
              <a:ext uri="{FF2B5EF4-FFF2-40B4-BE49-F238E27FC236}">
                <a16:creationId xmlns:a16="http://schemas.microsoft.com/office/drawing/2014/main" id="{5560452F-C5FE-CD14-E774-473B74E086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5400000">
            <a:off x="7396648" y="2212354"/>
            <a:ext cx="5812963" cy="2120052"/>
          </a:xfrm>
        </p:spPr>
        <p:txBody>
          <a:bodyPr anchor="b">
            <a:normAutofit/>
          </a:bodyPr>
          <a:lstStyle>
            <a:lvl1pPr>
              <a:defRPr sz="2400" spc="113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4BB45454-0617-4104-8C42-7E400A454A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501" y="365896"/>
            <a:ext cx="8277311" cy="581558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050">
                <a:solidFill>
                  <a:schemeClr val="bg1"/>
                </a:solidFill>
                <a:latin typeface="+mn-lt"/>
              </a:defRPr>
            </a:lvl1pPr>
            <a:lvl2pPr marL="342900" indent="0">
              <a:lnSpc>
                <a:spcPct val="150000"/>
              </a:lnSpc>
              <a:buNone/>
              <a:defRPr sz="1050">
                <a:solidFill>
                  <a:schemeClr val="bg1"/>
                </a:solidFill>
                <a:latin typeface="+mn-lt"/>
              </a:defRPr>
            </a:lvl2pPr>
            <a:lvl3pPr marL="685800" indent="0">
              <a:lnSpc>
                <a:spcPct val="150000"/>
              </a:lnSpc>
              <a:buNone/>
              <a:defRPr sz="1050">
                <a:solidFill>
                  <a:schemeClr val="bg1"/>
                </a:solidFill>
                <a:latin typeface="+mn-lt"/>
              </a:defRPr>
            </a:lvl3pPr>
            <a:lvl4pPr marL="1028700" indent="0">
              <a:lnSpc>
                <a:spcPct val="150000"/>
              </a:lnSpc>
              <a:buNone/>
              <a:defRPr sz="1050">
                <a:solidFill>
                  <a:schemeClr val="bg1"/>
                </a:solidFill>
                <a:latin typeface="+mn-lt"/>
              </a:defRPr>
            </a:lvl4pPr>
            <a:lvl5pPr marL="1371600" indent="0">
              <a:lnSpc>
                <a:spcPct val="150000"/>
              </a:lnSpc>
              <a:buNone/>
              <a:defRPr sz="105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8414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512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7266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1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30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4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D688C66-2A77-64CD-38B5-90492185CACE}"/>
              </a:ext>
            </a:extLst>
          </p:cNvPr>
          <p:cNvSpPr/>
          <p:nvPr/>
        </p:nvSpPr>
        <p:spPr>
          <a:xfrm rot="5400000" flipH="1" flipV="1">
            <a:off x="8570975" y="3236976"/>
            <a:ext cx="6858000" cy="3840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439" y="409578"/>
            <a:ext cx="10972800" cy="132556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5645" y="1825625"/>
            <a:ext cx="11098307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33E5E79-C396-3919-759D-5AD893CE42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716512" y="6382510"/>
            <a:ext cx="566928" cy="3840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9035839-CD36-5568-9808-CCDD9953C9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8854442" y="2953511"/>
            <a:ext cx="6291068" cy="384048"/>
          </a:xfrm>
          <a:prstGeom prst="rect">
            <a:avLst/>
          </a:prstGeom>
          <a:noFill/>
        </p:spPr>
        <p:txBody>
          <a:bodyPr vert="horz" lIns="210312" tIns="45720" rIns="91440" bIns="45720" rtlCol="0" anchor="ctr"/>
          <a:lstStyle>
            <a:lvl1pPr algn="l">
              <a:defRPr sz="900" b="1" cap="all" spc="225" baseline="0">
                <a:solidFill>
                  <a:schemeClr val="bg1"/>
                </a:solidFill>
                <a:latin typeface="+mj-lt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103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b="1" i="0" kern="1200" cap="all" spc="450" baseline="0">
          <a:solidFill>
            <a:schemeClr val="tx1"/>
          </a:solidFill>
          <a:latin typeface="+mj-lt"/>
          <a:ea typeface="+mj-ea"/>
          <a:cs typeface="Arial Black" panose="020B0604020202020204" pitchFamily="34" charset="0"/>
        </a:defRPr>
      </a:lvl1pPr>
    </p:titleStyle>
    <p:bodyStyle>
      <a:lvl1pPr marL="0" indent="0" algn="l" defTabSz="685800" rtl="0" eaLnBrk="1" latinLnBrk="0" hangingPunct="1">
        <a:lnSpc>
          <a:spcPct val="150000"/>
        </a:lnSpc>
        <a:spcBef>
          <a:spcPts val="750"/>
        </a:spcBef>
        <a:buFontTx/>
        <a:buNone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0" algn="l" defTabSz="685800" rtl="0" eaLnBrk="1" latinLnBrk="0" hangingPunct="1">
        <a:lnSpc>
          <a:spcPct val="150000"/>
        </a:lnSpc>
        <a:spcBef>
          <a:spcPts val="375"/>
        </a:spcBef>
        <a:buFontTx/>
        <a:buNone/>
        <a:defRPr sz="1650" b="0" i="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2pPr>
      <a:lvl3pPr marL="685800" indent="0" algn="l" defTabSz="685800" rtl="0" eaLnBrk="1" latinLnBrk="0" hangingPunct="1">
        <a:lnSpc>
          <a:spcPct val="150000"/>
        </a:lnSpc>
        <a:spcBef>
          <a:spcPts val="375"/>
        </a:spcBef>
        <a:buFontTx/>
        <a:buNone/>
        <a:defRPr sz="1500" b="0" i="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3pPr>
      <a:lvl4pPr marL="1028700" indent="0" algn="l" defTabSz="685800" rtl="0" eaLnBrk="1" latinLnBrk="0" hangingPunct="1">
        <a:lnSpc>
          <a:spcPct val="150000"/>
        </a:lnSpc>
        <a:spcBef>
          <a:spcPts val="375"/>
        </a:spcBef>
        <a:buFontTx/>
        <a:buNone/>
        <a:defRPr sz="1350" b="0" i="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150000"/>
        </a:lnSpc>
        <a:spcBef>
          <a:spcPts val="375"/>
        </a:spcBef>
        <a:buFontTx/>
        <a:buNone/>
        <a:defRPr sz="1350" b="0" i="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4" orient="horz" pos="1152" userDrawn="1">
          <p15:clr>
            <a:srgbClr val="547EBF"/>
          </p15:clr>
        </p15:guide>
        <p15:guide id="5" pos="992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19" userDrawn="1">
          <p15:clr>
            <a:srgbClr val="547EBF"/>
          </p15:clr>
        </p15:guide>
        <p15:guide id="20" pos="10240" userDrawn="1">
          <p15:clr>
            <a:srgbClr val="547EBF"/>
          </p15:clr>
        </p15:guide>
        <p15:guide id="21" pos="704" userDrawn="1">
          <p15:clr>
            <a:srgbClr val="547EBF"/>
          </p15:clr>
        </p15:guide>
        <p15:guide id="22" pos="9216" userDrawn="1">
          <p15:clr>
            <a:srgbClr val="547EBF"/>
          </p15:clr>
        </p15:guide>
        <p15:guide id="23" orient="horz" pos="240" userDrawn="1">
          <p15:clr>
            <a:srgbClr val="547EBF"/>
          </p15:clr>
        </p15:guide>
        <p15:guide id="25" orient="horz" pos="552" userDrawn="1">
          <p15:clr>
            <a:srgbClr val="547EBF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Tenor Sans" panose="02000000000000000000" pitchFamily="2" charset="0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Tenor Sans" panose="020000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Tenor Sans" panose="02000000000000000000" pitchFamily="2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556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  <p:sldLayoutId id="2147483742" r:id="rId13"/>
    <p:sldLayoutId id="2147483743" r:id="rId14"/>
    <p:sldLayoutId id="2147483744" r:id="rId15"/>
    <p:sldLayoutId id="2147483745" r:id="rId16"/>
    <p:sldLayoutId id="2147483746" r:id="rId17"/>
    <p:sldLayoutId id="2147483747" r:id="rId1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5120" userDrawn="1">
          <p15:clr>
            <a:srgbClr val="F26B43"/>
          </p15:clr>
        </p15:guide>
        <p15:guide id="3" pos="693" userDrawn="1">
          <p15:clr>
            <a:srgbClr val="F26B43"/>
          </p15:clr>
        </p15:guide>
        <p15:guide id="4" pos="9544" userDrawn="1">
          <p15:clr>
            <a:srgbClr val="F26B43"/>
          </p15:clr>
        </p15:guide>
        <p15:guide id="5" orient="horz" pos="224" userDrawn="1">
          <p15:clr>
            <a:srgbClr val="F26B43"/>
          </p15:clr>
        </p15:guide>
        <p15:guide id="6" orient="horz" pos="1074" userDrawn="1">
          <p15:clr>
            <a:srgbClr val="F26B43"/>
          </p15:clr>
        </p15:guide>
        <p15:guide id="7" orient="horz" pos="1141" userDrawn="1">
          <p15:clr>
            <a:srgbClr val="F26B43"/>
          </p15:clr>
        </p15:guide>
        <p15:guide id="8" orient="horz" pos="3892" userDrawn="1">
          <p15:clr>
            <a:srgbClr val="F26B43"/>
          </p15:clr>
        </p15:guide>
        <p15:guide id="9" orient="horz" pos="399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6410" y="2297693"/>
            <a:ext cx="9866376" cy="1046467"/>
          </a:xfrm>
        </p:spPr>
        <p:txBody>
          <a:bodyPr>
            <a:noAutofit/>
          </a:bodyPr>
          <a:lstStyle/>
          <a:p>
            <a:pPr algn="ctr"/>
            <a:r>
              <a:rPr sz="4000" dirty="0"/>
              <a:t>Grocery</a:t>
            </a:r>
            <a:r>
              <a:rPr lang="en-US" sz="4000" dirty="0"/>
              <a:t> </a:t>
            </a:r>
            <a:r>
              <a:rPr sz="4000" dirty="0"/>
              <a:t>Mart Full-Stack</a:t>
            </a:r>
            <a:r>
              <a:rPr lang="en-US" sz="4000" dirty="0"/>
              <a:t> </a:t>
            </a:r>
            <a:br>
              <a:rPr lang="en-US" sz="4000" dirty="0"/>
            </a:br>
            <a:r>
              <a:rPr sz="4000" dirty="0"/>
              <a:t>E-Commerce</a:t>
            </a:r>
            <a:r>
              <a:rPr lang="en-US" sz="4000" dirty="0"/>
              <a:t> </a:t>
            </a:r>
            <a:r>
              <a:rPr sz="4000" dirty="0"/>
              <a:t>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01950" y="3520911"/>
            <a:ext cx="8790050" cy="828189"/>
          </a:xfrm>
        </p:spPr>
        <p:txBody>
          <a:bodyPr>
            <a:normAutofit/>
          </a:bodyPr>
          <a:lstStyle/>
          <a:p>
            <a:r>
              <a:rPr sz="1800" dirty="0"/>
              <a:t>End-to-End DevOps CI/CD Pipeline</a:t>
            </a:r>
          </a:p>
          <a:p>
            <a:r>
              <a:rPr sz="1800" dirty="0"/>
              <a:t>Git | GitHub | Jenkins | Docker | Kubernetes | Prometheus | Grafana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665BC5F-E3E9-8234-5637-E10D2B4BA3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6732" y="4453128"/>
            <a:ext cx="478536" cy="47853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240BC04-2A3F-B8AD-1452-A827A9AC16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7480" y="4407408"/>
            <a:ext cx="576072" cy="57607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C3D0DF4-1D8E-775E-6FB3-32CA498BD5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5764" y="4349100"/>
            <a:ext cx="617703" cy="73152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5691EC3-E0AA-C2C2-D9C9-8DB5C797C6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5679" y="4230624"/>
            <a:ext cx="842289" cy="84228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CEEFAF5-86BA-879E-82CF-3055843F43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0180" y="4334678"/>
            <a:ext cx="747121" cy="73823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0FE74D9-6078-50D7-71BC-3471EB6729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14004" y="4349100"/>
            <a:ext cx="828189" cy="82818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468B0D1-9110-2FE7-DF5A-642291115D6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42193" y="4352920"/>
            <a:ext cx="1341303" cy="8958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66B6DB-8CE1-579E-178D-07AFF8FF7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2">
            <a:extLst>
              <a:ext uri="{FF2B5EF4-FFF2-40B4-BE49-F238E27FC236}">
                <a16:creationId xmlns:a16="http://schemas.microsoft.com/office/drawing/2014/main" id="{D96BC697-5FE8-F76A-A0DD-BE4227A05201}"/>
              </a:ext>
            </a:extLst>
          </p:cNvPr>
          <p:cNvSpPr/>
          <p:nvPr/>
        </p:nvSpPr>
        <p:spPr>
          <a:xfrm>
            <a:off x="-475458" y="18854"/>
            <a:ext cx="8101584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44000">
                <a:schemeClr val="accent2">
                  <a:alpha val="61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1D0BD-8F2D-57D1-2C4C-AED814ABA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4372" y="2121475"/>
            <a:ext cx="6252062" cy="3119827"/>
          </a:xfrm>
          <a:noFill/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real-world e-commerce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website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 CI/CD automation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Faster &amp; reliable deployments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Hands-on DevOps experience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01509EA2-585E-E84A-C012-F92D57637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1108" y="681911"/>
            <a:ext cx="5812963" cy="612757"/>
          </a:xfrm>
        </p:spPr>
        <p:txBody>
          <a:bodyPr>
            <a:normAutofit/>
          </a:bodyPr>
          <a:lstStyle/>
          <a:p>
            <a:r>
              <a:rPr lang="en-US"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  <a:cs typeface="+mn-cs"/>
              </a:rPr>
              <a:t>Why This </a:t>
            </a:r>
            <a:r>
              <a:rPr lang="en-US" sz="3600" b="1" spc="-150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  <a:cs typeface="+mn-cs"/>
              </a:rPr>
              <a:t>Project?</a:t>
            </a:r>
          </a:p>
        </p:txBody>
      </p:sp>
    </p:spTree>
    <p:extLst>
      <p:ext uri="{BB962C8B-B14F-4D97-AF65-F5344CB8AC3E}">
        <p14:creationId xmlns:p14="http://schemas.microsoft.com/office/powerpoint/2010/main" val="1138618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2">
              <a:lumMod val="1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icsart_25-12-22_20-43-26-4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4345" y="1510146"/>
            <a:ext cx="7315200" cy="48756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4345" y="184583"/>
            <a:ext cx="10515600" cy="1325563"/>
          </a:xfrm>
          <a:ln>
            <a:noFill/>
          </a:ln>
        </p:spPr>
        <p:txBody>
          <a:bodyPr>
            <a:normAutofit/>
          </a:bodyPr>
          <a:lstStyle/>
          <a:p>
            <a:r>
              <a:rPr sz="3600" b="1" spc="-150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  <a:cs typeface="+mn-cs"/>
              </a:rPr>
              <a:t>CI/CD Architecture</a:t>
            </a:r>
            <a:r>
              <a:rPr lang="en-US" sz="3600" b="1" spc="-150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  <a:cs typeface="+mn-cs"/>
              </a:rPr>
              <a:t> </a:t>
            </a:r>
            <a:r>
              <a:rPr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  <a:cs typeface="+mn-cs"/>
              </a:rPr>
              <a:t>Overview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2">
            <a:extLst>
              <a:ext uri="{FF2B5EF4-FFF2-40B4-BE49-F238E27FC236}">
                <a16:creationId xmlns:a16="http://schemas.microsoft.com/office/drawing/2014/main" id="{9163D419-FAF2-B431-7B1B-C1B536D6122D}"/>
              </a:ext>
            </a:extLst>
          </p:cNvPr>
          <p:cNvSpPr/>
          <p:nvPr/>
        </p:nvSpPr>
        <p:spPr>
          <a:xfrm>
            <a:off x="-475458" y="0"/>
            <a:ext cx="8101584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44000">
                <a:schemeClr val="accent2">
                  <a:alpha val="61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ko-KR" alt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3975" y="670006"/>
            <a:ext cx="5812963" cy="591851"/>
          </a:xfrm>
        </p:spPr>
        <p:txBody>
          <a:bodyPr>
            <a:normAutofit fontScale="90000"/>
          </a:bodyPr>
          <a:lstStyle/>
          <a:p>
            <a:r>
              <a:rPr sz="36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  <a:cs typeface="+mn-cs"/>
              </a:rPr>
              <a:t>Purpose of </a:t>
            </a:r>
            <a:r>
              <a:rPr sz="4000" b="1" spc="-15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  <a:cs typeface="+mn-cs"/>
              </a:rPr>
              <a:t>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07718" y="2121476"/>
            <a:ext cx="5350013" cy="2615048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Build real-world e-commerce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website</a:t>
            </a:r>
            <a:endParaRPr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 CI/CD automation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Faster &amp; reliable deployments</a:t>
            </a:r>
          </a:p>
          <a:p>
            <a:pPr>
              <a:buClrTx/>
              <a:buFont typeface="Wingdings" panose="05000000000000000000" pitchFamily="2" charset="2"/>
              <a:buChar char="ü"/>
            </a:pP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Hands-on DevOps experience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ashHorz">
          <a:fgClr>
            <a:schemeClr val="bg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2">
            <a:extLst>
              <a:ext uri="{FF2B5EF4-FFF2-40B4-BE49-F238E27FC236}">
                <a16:creationId xmlns:a16="http://schemas.microsoft.com/office/drawing/2014/main" id="{5FB09490-D951-04D8-4BCB-A974CC1F4836}"/>
              </a:ext>
            </a:extLst>
          </p:cNvPr>
          <p:cNvSpPr/>
          <p:nvPr/>
        </p:nvSpPr>
        <p:spPr>
          <a:xfrm>
            <a:off x="-475458" y="0"/>
            <a:ext cx="8101584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44000">
                <a:schemeClr val="accent2">
                  <a:alpha val="61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ko-KR" alt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7317" y="640080"/>
            <a:ext cx="5812963" cy="573563"/>
          </a:xfrm>
        </p:spPr>
        <p:txBody>
          <a:bodyPr>
            <a:normAutofit fontScale="90000"/>
          </a:bodyPr>
          <a:lstStyle/>
          <a:p>
            <a:r>
              <a:rPr sz="36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  <a:cs typeface="+mn-cs"/>
              </a:rPr>
              <a:t>Technology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sz="3600" b="1" spc="-15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  <a:cs typeface="+mn-cs"/>
              </a:rPr>
              <a:t>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11361" y="1880659"/>
            <a:ext cx="5350013" cy="5815584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Frontend: HTML, CSS, JS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Backend: Node.js, Express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Database: MongoDB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CI/CD: Jenkins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Containers: Docker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Orchestration: Kubernetes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Monitoring: Prometheus &amp; Grafana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2">
            <a:extLst>
              <a:ext uri="{FF2B5EF4-FFF2-40B4-BE49-F238E27FC236}">
                <a16:creationId xmlns:a16="http://schemas.microsoft.com/office/drawing/2014/main" id="{9BFDFE90-925F-5953-DF0E-063382902D3A}"/>
              </a:ext>
            </a:extLst>
          </p:cNvPr>
          <p:cNvSpPr/>
          <p:nvPr/>
        </p:nvSpPr>
        <p:spPr>
          <a:xfrm>
            <a:off x="-475458" y="0"/>
            <a:ext cx="8101584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44000">
                <a:schemeClr val="accent2">
                  <a:alpha val="61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ko-KR" alt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30509" y="768096"/>
            <a:ext cx="5812963" cy="610139"/>
          </a:xfrm>
        </p:spPr>
        <p:txBody>
          <a:bodyPr/>
          <a:lstStyle/>
          <a:p>
            <a:r>
              <a:rPr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  <a:cs typeface="+mn-cs"/>
              </a:rPr>
              <a:t>CI/CD </a:t>
            </a:r>
            <a:r>
              <a:rPr sz="3200" b="1" spc="-15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  <a:cs typeface="+mn-cs"/>
              </a:rP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42634" y="2018131"/>
            <a:ext cx="5350013" cy="3492872"/>
          </a:xfrm>
        </p:spPr>
        <p:txBody>
          <a:bodyPr>
            <a:no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Font typeface="Wingdings" panose="05000000000000000000" pitchFamily="2" charset="2"/>
              <a:buChar char="ü"/>
              <a:defRPr sz="2000">
                <a:solidFill>
                  <a:srgbClr val="D1D5DB"/>
                </a:solidFill>
              </a:defRPr>
            </a:pPr>
            <a:r>
              <a:rPr lang="en-US" sz="2400" dirty="0">
                <a:solidFill>
                  <a:schemeClr val="tx1"/>
                </a:solidFill>
              </a:rPr>
              <a:t> Developer pushes code to GitHub</a:t>
            </a:r>
          </a:p>
          <a:p>
            <a:pPr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Font typeface="Wingdings" panose="05000000000000000000" pitchFamily="2" charset="2"/>
              <a:buChar char="ü"/>
              <a:defRPr sz="2000">
                <a:solidFill>
                  <a:srgbClr val="D1D5DB"/>
                </a:solidFill>
              </a:defRPr>
            </a:pPr>
            <a:r>
              <a:rPr lang="en-US" sz="2400" dirty="0">
                <a:solidFill>
                  <a:schemeClr val="tx1"/>
                </a:solidFill>
              </a:rPr>
              <a:t> GitHub webhook triggers Jenkins</a:t>
            </a:r>
          </a:p>
          <a:p>
            <a:pPr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Font typeface="Wingdings" panose="05000000000000000000" pitchFamily="2" charset="2"/>
              <a:buChar char="ü"/>
              <a:defRPr sz="2000">
                <a:solidFill>
                  <a:srgbClr val="D1D5DB"/>
                </a:solidFill>
              </a:defRPr>
            </a:pPr>
            <a:r>
              <a:rPr lang="en-US" sz="2400" dirty="0">
                <a:solidFill>
                  <a:schemeClr val="tx1"/>
                </a:solidFill>
              </a:rPr>
              <a:t> Build &amp; test phase executed</a:t>
            </a:r>
          </a:p>
          <a:p>
            <a:pPr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Font typeface="Wingdings" panose="05000000000000000000" pitchFamily="2" charset="2"/>
              <a:buChar char="ü"/>
              <a:defRPr sz="2000">
                <a:solidFill>
                  <a:srgbClr val="D1D5DB"/>
                </a:solidFill>
              </a:defRPr>
            </a:pPr>
            <a:r>
              <a:rPr lang="en-US" sz="2400" dirty="0">
                <a:solidFill>
                  <a:schemeClr val="tx1"/>
                </a:solidFill>
              </a:rPr>
              <a:t> Docker image created &amp; pushed</a:t>
            </a:r>
          </a:p>
          <a:p>
            <a:pPr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Font typeface="Wingdings" panose="05000000000000000000" pitchFamily="2" charset="2"/>
              <a:buChar char="ü"/>
              <a:defRPr sz="2000">
                <a:solidFill>
                  <a:srgbClr val="D1D5DB"/>
                </a:solidFill>
              </a:defRPr>
            </a:pPr>
            <a:r>
              <a:rPr lang="en-US" sz="2400" dirty="0">
                <a:solidFill>
                  <a:schemeClr val="tx1"/>
                </a:solidFill>
              </a:rPr>
              <a:t> Kubernetes deploys containers</a:t>
            </a:r>
          </a:p>
          <a:p>
            <a:pPr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Font typeface="Wingdings" panose="05000000000000000000" pitchFamily="2" charset="2"/>
              <a:buChar char="ü"/>
              <a:defRPr sz="2000">
                <a:solidFill>
                  <a:srgbClr val="D1D5DB"/>
                </a:solidFill>
              </a:defRPr>
            </a:pPr>
            <a:r>
              <a:rPr lang="en-US" sz="2400" dirty="0">
                <a:solidFill>
                  <a:schemeClr val="tx1"/>
                </a:solidFill>
              </a:rPr>
              <a:t> Prometheus &amp; Grafana monitor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2">
            <a:extLst>
              <a:ext uri="{FF2B5EF4-FFF2-40B4-BE49-F238E27FC236}">
                <a16:creationId xmlns:a16="http://schemas.microsoft.com/office/drawing/2014/main" id="{667D9501-4269-3ADD-99C1-39149EDC2450}"/>
              </a:ext>
            </a:extLst>
          </p:cNvPr>
          <p:cNvSpPr/>
          <p:nvPr/>
        </p:nvSpPr>
        <p:spPr>
          <a:xfrm>
            <a:off x="-475458" y="0"/>
            <a:ext cx="8101584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44000">
                <a:schemeClr val="accent2">
                  <a:alpha val="61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ko-KR" alt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13163" y="525073"/>
            <a:ext cx="5812963" cy="619283"/>
          </a:xfrm>
        </p:spPr>
        <p:txBody>
          <a:bodyPr/>
          <a:lstStyle/>
          <a:p>
            <a:r>
              <a:rPr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  <a:cs typeface="+mn-cs"/>
              </a:rPr>
              <a:t>Jenkins</a:t>
            </a:r>
            <a:r>
              <a:rPr dirty="0">
                <a:solidFill>
                  <a:schemeClr val="tx1"/>
                </a:solidFill>
              </a:rPr>
              <a:t> – </a:t>
            </a:r>
            <a:r>
              <a:rPr sz="3200" b="1" spc="-15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  <a:cs typeface="+mn-cs"/>
              </a:rPr>
              <a:t>CI/CD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18683" y="2251017"/>
            <a:ext cx="5350013" cy="3409545"/>
          </a:xfrm>
        </p:spPr>
        <p:txBody>
          <a:bodyPr>
            <a:no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Font typeface="Wingdings" panose="05000000000000000000" pitchFamily="2" charset="2"/>
              <a:buChar char="ü"/>
              <a:defRPr sz="2000">
                <a:solidFill>
                  <a:srgbClr val="D1D5DB"/>
                </a:solidFill>
              </a:defRPr>
            </a:pPr>
            <a:r>
              <a:rPr lang="en-US" sz="2400" dirty="0">
                <a:solidFill>
                  <a:schemeClr val="tx1"/>
                </a:solidFill>
              </a:rPr>
              <a:t> Automated pipeline execution</a:t>
            </a:r>
          </a:p>
          <a:p>
            <a:pPr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Font typeface="Wingdings" panose="05000000000000000000" pitchFamily="2" charset="2"/>
              <a:buChar char="ü"/>
              <a:defRPr sz="2000">
                <a:solidFill>
                  <a:srgbClr val="D1D5DB"/>
                </a:solidFill>
              </a:defRPr>
            </a:pP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Jenkinsfile</a:t>
            </a:r>
            <a:r>
              <a:rPr lang="en-US" sz="2400" dirty="0">
                <a:solidFill>
                  <a:schemeClr val="tx1"/>
                </a:solidFill>
              </a:rPr>
              <a:t>-based stage management</a:t>
            </a:r>
          </a:p>
          <a:p>
            <a:pPr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Font typeface="Wingdings" panose="05000000000000000000" pitchFamily="2" charset="2"/>
              <a:buChar char="ü"/>
              <a:defRPr sz="2000">
                <a:solidFill>
                  <a:srgbClr val="D1D5DB"/>
                </a:solidFill>
              </a:defRPr>
            </a:pPr>
            <a:r>
              <a:rPr lang="en-US" sz="2400" dirty="0">
                <a:solidFill>
                  <a:schemeClr val="tx1"/>
                </a:solidFill>
              </a:rPr>
              <a:t> Seamless GitHub integration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Font typeface="Wingdings" panose="05000000000000000000" pitchFamily="2" charset="2"/>
              <a:buChar char="ü"/>
              <a:defRPr sz="2000">
                <a:solidFill>
                  <a:srgbClr val="D1D5DB"/>
                </a:solidFill>
              </a:defRPr>
            </a:pPr>
            <a:r>
              <a:rPr lang="en-US" sz="2400" dirty="0">
                <a:solidFill>
                  <a:schemeClr val="tx1"/>
                </a:solidFill>
              </a:rPr>
              <a:t> Docker &amp; Kubernetes integration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Font typeface="Wingdings" panose="05000000000000000000" pitchFamily="2" charset="2"/>
              <a:buChar char="ü"/>
              <a:defRPr sz="2000">
                <a:solidFill>
                  <a:srgbClr val="D1D5DB"/>
                </a:solidFill>
              </a:defRPr>
            </a:pPr>
            <a:r>
              <a:rPr lang="en-US" sz="2400" dirty="0">
                <a:solidFill>
                  <a:schemeClr val="tx1"/>
                </a:solidFill>
              </a:rPr>
              <a:t>Real-time build logs &amp; feedback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2">
            <a:extLst>
              <a:ext uri="{FF2B5EF4-FFF2-40B4-BE49-F238E27FC236}">
                <a16:creationId xmlns:a16="http://schemas.microsoft.com/office/drawing/2014/main" id="{49ADDBBA-65F3-11F5-486D-8F1E48718D8C}"/>
              </a:ext>
            </a:extLst>
          </p:cNvPr>
          <p:cNvSpPr/>
          <p:nvPr/>
        </p:nvSpPr>
        <p:spPr>
          <a:xfrm>
            <a:off x="-475458" y="0"/>
            <a:ext cx="8101584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44000">
                <a:schemeClr val="accent2">
                  <a:alpha val="61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ko-KR" alt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89519" y="539496"/>
            <a:ext cx="5812963" cy="610139"/>
          </a:xfrm>
        </p:spPr>
        <p:txBody>
          <a:bodyPr/>
          <a:lstStyle/>
          <a:p>
            <a:r>
              <a:rPr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  <a:cs typeface="+mn-cs"/>
              </a:rPr>
              <a:t>Kubernetes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sz="3200" b="1" spc="-15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  <a:cs typeface="+mn-cs"/>
              </a:rPr>
              <a:t>(K8s)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8340" y="2363727"/>
            <a:ext cx="5350013" cy="2222128"/>
          </a:xfrm>
        </p:spPr>
        <p:txBody>
          <a:bodyPr>
            <a:no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Font typeface="Wingdings" panose="05000000000000000000" pitchFamily="2" charset="2"/>
              <a:buChar char="ü"/>
              <a:defRPr sz="2000">
                <a:solidFill>
                  <a:srgbClr val="D1D5DB"/>
                </a:solidFill>
              </a:defRPr>
            </a:pPr>
            <a:r>
              <a:rPr lang="en-US" sz="2400" dirty="0">
                <a:solidFill>
                  <a:schemeClr val="tx1"/>
                </a:solidFill>
              </a:rPr>
              <a:t> Automated container deployment &amp; scaling</a:t>
            </a:r>
          </a:p>
          <a:p>
            <a:pPr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Font typeface="Wingdings" panose="05000000000000000000" pitchFamily="2" charset="2"/>
              <a:buChar char="ü"/>
              <a:defRPr sz="2000">
                <a:solidFill>
                  <a:srgbClr val="D1D5DB"/>
                </a:solidFill>
              </a:defRPr>
            </a:pPr>
            <a:r>
              <a:rPr lang="en-US" sz="2400" dirty="0">
                <a:solidFill>
                  <a:schemeClr val="tx1"/>
                </a:solidFill>
              </a:rPr>
              <a:t> Self-healing &amp; auto-recovery</a:t>
            </a:r>
          </a:p>
          <a:p>
            <a:pPr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Font typeface="Wingdings" panose="05000000000000000000" pitchFamily="2" charset="2"/>
              <a:buChar char="ü"/>
              <a:defRPr sz="2000">
                <a:solidFill>
                  <a:srgbClr val="D1D5DB"/>
                </a:solidFill>
              </a:defRPr>
            </a:pPr>
            <a:r>
              <a:rPr lang="en-US" sz="2400" dirty="0">
                <a:solidFill>
                  <a:schemeClr val="tx1"/>
                </a:solidFill>
              </a:rPr>
              <a:t> Load balancing &amp; traffic management</a:t>
            </a:r>
          </a:p>
          <a:p>
            <a:pPr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Font typeface="Wingdings" panose="05000000000000000000" pitchFamily="2" charset="2"/>
              <a:buChar char="ü"/>
              <a:defRPr sz="2000">
                <a:solidFill>
                  <a:srgbClr val="D1D5DB"/>
                </a:solidFill>
              </a:defRPr>
            </a:pPr>
            <a:r>
              <a:rPr lang="en-US" sz="2400" dirty="0">
                <a:solidFill>
                  <a:schemeClr val="tx1"/>
                </a:solidFill>
              </a:rPr>
              <a:t> Rolling updates with zero downtime</a:t>
            </a:r>
          </a:p>
          <a:p>
            <a:pPr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Font typeface="Wingdings" panose="05000000000000000000" pitchFamily="2" charset="2"/>
              <a:buChar char="ü"/>
              <a:defRPr sz="2000">
                <a:solidFill>
                  <a:srgbClr val="D1D5DB"/>
                </a:solidFill>
              </a:defRPr>
            </a:pPr>
            <a:r>
              <a:rPr lang="en-US" sz="2400" dirty="0">
                <a:solidFill>
                  <a:schemeClr val="tx1"/>
                </a:solidFill>
              </a:rPr>
              <a:t> High availability across clusters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2">
            <a:extLst>
              <a:ext uri="{FF2B5EF4-FFF2-40B4-BE49-F238E27FC236}">
                <a16:creationId xmlns:a16="http://schemas.microsoft.com/office/drawing/2014/main" id="{EB508244-54CA-D8B9-289A-9AC8A26D8BBE}"/>
              </a:ext>
            </a:extLst>
          </p:cNvPr>
          <p:cNvSpPr/>
          <p:nvPr/>
        </p:nvSpPr>
        <p:spPr>
          <a:xfrm>
            <a:off x="-475458" y="0"/>
            <a:ext cx="8101584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44000">
                <a:schemeClr val="accent2">
                  <a:alpha val="61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ko-KR" alt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771" y="569673"/>
            <a:ext cx="5812963" cy="698598"/>
          </a:xfrm>
        </p:spPr>
        <p:txBody>
          <a:bodyPr/>
          <a:lstStyle/>
          <a:p>
            <a:r>
              <a:rPr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  <a:cs typeface="+mn-cs"/>
              </a:rPr>
              <a:t>Prometheus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sz="3200" b="1" spc="-150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  <a:cs typeface="+mn-cs"/>
              </a:rPr>
              <a:t>&amp;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sz="3200" b="1" spc="-15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  <a:cs typeface="+mn-cs"/>
              </a:rPr>
              <a:t>Grafana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5230" y="2536542"/>
            <a:ext cx="5350013" cy="1920240"/>
          </a:xfrm>
        </p:spPr>
        <p:txBody>
          <a:bodyPr>
            <a:no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Font typeface="Wingdings" panose="05000000000000000000" pitchFamily="2" charset="2"/>
              <a:buChar char="ü"/>
              <a:defRPr sz="2000">
                <a:solidFill>
                  <a:srgbClr val="D1D5DB"/>
                </a:solidFill>
              </a:defRPr>
            </a:pPr>
            <a:r>
              <a:rPr lang="en-US" sz="2400" dirty="0">
                <a:solidFill>
                  <a:schemeClr val="tx1"/>
                </a:solidFill>
              </a:rPr>
              <a:t>Real-time metrics collection</a:t>
            </a:r>
          </a:p>
          <a:p>
            <a:pPr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Font typeface="Wingdings" panose="05000000000000000000" pitchFamily="2" charset="2"/>
              <a:buChar char="ü"/>
              <a:defRPr sz="2000">
                <a:solidFill>
                  <a:srgbClr val="D1D5DB"/>
                </a:solidFill>
              </a:defRPr>
            </a:pPr>
            <a:r>
              <a:rPr lang="en-US" sz="2400" dirty="0">
                <a:solidFill>
                  <a:schemeClr val="tx1"/>
                </a:solidFill>
              </a:rPr>
              <a:t> Custom dashboard creation</a:t>
            </a:r>
          </a:p>
          <a:p>
            <a:pPr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Font typeface="Wingdings" panose="05000000000000000000" pitchFamily="2" charset="2"/>
              <a:buChar char="ü"/>
              <a:defRPr sz="2000">
                <a:solidFill>
                  <a:srgbClr val="D1D5DB"/>
                </a:solidFill>
              </a:defRPr>
            </a:pPr>
            <a:r>
              <a:rPr lang="en-US" sz="2400" dirty="0">
                <a:solidFill>
                  <a:schemeClr val="tx1"/>
                </a:solidFill>
              </a:rPr>
              <a:t> Alert management system</a:t>
            </a:r>
          </a:p>
          <a:p>
            <a:pPr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Font typeface="Wingdings" panose="05000000000000000000" pitchFamily="2" charset="2"/>
              <a:buChar char="ü"/>
              <a:defRPr sz="2000">
                <a:solidFill>
                  <a:srgbClr val="D1D5DB"/>
                </a:solidFill>
              </a:defRPr>
            </a:pPr>
            <a:r>
              <a:rPr lang="en-US" sz="2400" dirty="0">
                <a:solidFill>
                  <a:schemeClr val="tx1"/>
                </a:solidFill>
              </a:rPr>
              <a:t> Performance visualization</a:t>
            </a:r>
          </a:p>
          <a:p>
            <a:pPr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Font typeface="Wingdings" panose="05000000000000000000" pitchFamily="2" charset="2"/>
              <a:buChar char="ü"/>
              <a:defRPr sz="2000">
                <a:solidFill>
                  <a:srgbClr val="D1D5DB"/>
                </a:solidFill>
              </a:defRPr>
            </a:pPr>
            <a:r>
              <a:rPr lang="en-US" sz="2400" dirty="0">
                <a:solidFill>
                  <a:schemeClr val="tx1"/>
                </a:solidFill>
              </a:rPr>
              <a:t> Proactive issue detection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2">
            <a:extLst>
              <a:ext uri="{FF2B5EF4-FFF2-40B4-BE49-F238E27FC236}">
                <a16:creationId xmlns:a16="http://schemas.microsoft.com/office/drawing/2014/main" id="{87C541E5-0872-4156-AA68-CE237FD04188}"/>
              </a:ext>
            </a:extLst>
          </p:cNvPr>
          <p:cNvSpPr/>
          <p:nvPr/>
        </p:nvSpPr>
        <p:spPr>
          <a:xfrm>
            <a:off x="0" y="18854"/>
            <a:ext cx="8101584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44000">
                <a:schemeClr val="accent2">
                  <a:alpha val="61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ko-KR" alt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9782" y="761362"/>
            <a:ext cx="5812963" cy="546131"/>
          </a:xfrm>
        </p:spPr>
        <p:txBody>
          <a:bodyPr/>
          <a:lstStyle/>
          <a:p>
            <a:r>
              <a:rPr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  <a:cs typeface="+mn-cs"/>
              </a:rP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19782" y="2297653"/>
            <a:ext cx="5350013" cy="2450592"/>
          </a:xfrm>
        </p:spPr>
        <p:txBody>
          <a:bodyPr>
            <a:noAutofit/>
          </a:bodyPr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Fully automated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Faster releases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Reduced errors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Scalable &amp; observable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FDBE11-1DB8-1C7C-0D74-E02FA6469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2">
            <a:extLst>
              <a:ext uri="{FF2B5EF4-FFF2-40B4-BE49-F238E27FC236}">
                <a16:creationId xmlns:a16="http://schemas.microsoft.com/office/drawing/2014/main" id="{8827606B-EA06-F2F1-6BB6-F8D410F5ACC0}"/>
              </a:ext>
            </a:extLst>
          </p:cNvPr>
          <p:cNvSpPr/>
          <p:nvPr/>
        </p:nvSpPr>
        <p:spPr>
          <a:xfrm>
            <a:off x="-475458" y="0"/>
            <a:ext cx="8101584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44000">
                <a:schemeClr val="accent2">
                  <a:alpha val="61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ko-KR" alt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FAC62F-B86B-392F-CB63-406E6A3E0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229" y="672461"/>
            <a:ext cx="5812963" cy="600995"/>
          </a:xfrm>
        </p:spPr>
        <p:txBody>
          <a:bodyPr/>
          <a:lstStyle/>
          <a:p>
            <a:r>
              <a:rPr lang="en-US"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  <a:cs typeface="+mn-cs"/>
              </a:rPr>
              <a:t>Output</a:t>
            </a:r>
            <a:r>
              <a:rPr lang="en-US" sz="3200" b="1" spc="-15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  <a:cs typeface="+mn-cs"/>
              </a:rPr>
              <a:t> screen short</a:t>
            </a:r>
            <a:endParaRPr sz="3200" b="1" spc="-15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n-ea"/>
              <a:cs typeface="+mn-cs"/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8926CCE7-22BD-0E15-5AA9-E9B2D72B24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-209201" y="2053208"/>
            <a:ext cx="6087195" cy="3424047"/>
          </a:xfr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089B16C-FAA9-3F83-D733-0D2F5D871B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44252" y="2108071"/>
            <a:ext cx="5892122" cy="3314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187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2A15E2-6396-0ADF-C024-F288D45A3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2">
            <a:extLst>
              <a:ext uri="{FF2B5EF4-FFF2-40B4-BE49-F238E27FC236}">
                <a16:creationId xmlns:a16="http://schemas.microsoft.com/office/drawing/2014/main" id="{24F42A2C-F32F-246E-536B-169B22A75592}"/>
              </a:ext>
            </a:extLst>
          </p:cNvPr>
          <p:cNvSpPr/>
          <p:nvPr/>
        </p:nvSpPr>
        <p:spPr>
          <a:xfrm>
            <a:off x="-475458" y="0"/>
            <a:ext cx="8101584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44000">
                <a:schemeClr val="accent2">
                  <a:alpha val="61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ko-KR" alt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C8622E-F750-8CA0-C174-56F64D352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229" y="672461"/>
            <a:ext cx="5812963" cy="600995"/>
          </a:xfrm>
        </p:spPr>
        <p:txBody>
          <a:bodyPr/>
          <a:lstStyle/>
          <a:p>
            <a:r>
              <a:rPr lang="en-US"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  <a:cs typeface="+mn-cs"/>
              </a:rPr>
              <a:t>Output</a:t>
            </a:r>
            <a:r>
              <a:rPr lang="en-US" sz="3200" b="1" spc="-15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  <a:cs typeface="+mn-cs"/>
              </a:rPr>
              <a:t> screen short</a:t>
            </a:r>
            <a:endParaRPr sz="3200" b="1" spc="-15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n-ea"/>
              <a:cs typeface="+mn-cs"/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D10DE1A7-3033-C0B5-09BE-ED2EC313C1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-209201" y="2053208"/>
            <a:ext cx="6087195" cy="3424047"/>
          </a:xfr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74CFB32-D2BD-2869-89A0-1DD029BEEC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44251" y="2108071"/>
            <a:ext cx="5892124" cy="3314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1663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273A93-D861-BE0F-D52D-3FDB0DE86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2">
            <a:extLst>
              <a:ext uri="{FF2B5EF4-FFF2-40B4-BE49-F238E27FC236}">
                <a16:creationId xmlns:a16="http://schemas.microsoft.com/office/drawing/2014/main" id="{5DF45678-A373-258B-904E-20BFBD63D404}"/>
              </a:ext>
            </a:extLst>
          </p:cNvPr>
          <p:cNvSpPr/>
          <p:nvPr/>
        </p:nvSpPr>
        <p:spPr>
          <a:xfrm>
            <a:off x="-475458" y="0"/>
            <a:ext cx="8101584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44000">
                <a:schemeClr val="accent2">
                  <a:alpha val="61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ko-KR" alt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0963DB-C150-7413-9472-68F645BC6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229" y="672461"/>
            <a:ext cx="5812963" cy="600995"/>
          </a:xfrm>
        </p:spPr>
        <p:txBody>
          <a:bodyPr/>
          <a:lstStyle/>
          <a:p>
            <a:r>
              <a:rPr lang="en-US"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  <a:cs typeface="+mn-cs"/>
              </a:rPr>
              <a:t>Output</a:t>
            </a:r>
            <a:r>
              <a:rPr lang="en-US" sz="3200" b="1" spc="-15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  <a:cs typeface="+mn-cs"/>
              </a:rPr>
              <a:t> screen short</a:t>
            </a:r>
            <a:endParaRPr sz="3200" b="1" spc="-15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n-ea"/>
              <a:cs typeface="+mn-cs"/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8FAF4EB9-E2D6-D197-D094-67C07B7EF6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-209201" y="2053208"/>
            <a:ext cx="6087195" cy="3424047"/>
          </a:xfr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7282AB4-FFC6-2573-B08D-AA9C7DAD65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44252" y="2108071"/>
            <a:ext cx="5892122" cy="3314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3246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2">
            <a:extLst>
              <a:ext uri="{FF2B5EF4-FFF2-40B4-BE49-F238E27FC236}">
                <a16:creationId xmlns:a16="http://schemas.microsoft.com/office/drawing/2014/main" id="{FE314B8D-0A05-0F28-87F3-C5A12AF0A83A}"/>
              </a:ext>
            </a:extLst>
          </p:cNvPr>
          <p:cNvSpPr/>
          <p:nvPr/>
        </p:nvSpPr>
        <p:spPr>
          <a:xfrm>
            <a:off x="-475458" y="0"/>
            <a:ext cx="8101584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44000">
                <a:schemeClr val="accent2">
                  <a:alpha val="61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ko-KR" alt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33229" y="672461"/>
            <a:ext cx="5812963" cy="600995"/>
          </a:xfrm>
        </p:spPr>
        <p:txBody>
          <a:bodyPr/>
          <a:lstStyle/>
          <a:p>
            <a:r>
              <a:rPr lang="en-US"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  <a:cs typeface="+mn-cs"/>
              </a:rPr>
              <a:t>Output</a:t>
            </a:r>
            <a:r>
              <a:rPr lang="en-US" sz="3200" b="1" spc="-15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  <a:cs typeface="+mn-cs"/>
              </a:rPr>
              <a:t> screen short</a:t>
            </a:r>
            <a:endParaRPr sz="3200" b="1" spc="-15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n-ea"/>
              <a:cs typeface="+mn-cs"/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75A934A3-BD7B-9129-8BDE-754AF9040D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209201" y="2053208"/>
            <a:ext cx="6087195" cy="3424047"/>
          </a:xfr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413C4E8-2ACD-6F99-313A-0791D3383F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251" y="2053207"/>
            <a:ext cx="5892124" cy="342404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017F03-70E9-7DE3-4D53-BBB66AEB7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2">
            <a:extLst>
              <a:ext uri="{FF2B5EF4-FFF2-40B4-BE49-F238E27FC236}">
                <a16:creationId xmlns:a16="http://schemas.microsoft.com/office/drawing/2014/main" id="{5460475D-D8CB-E82D-DCB4-2343EED5A3AC}"/>
              </a:ext>
            </a:extLst>
          </p:cNvPr>
          <p:cNvSpPr/>
          <p:nvPr/>
        </p:nvSpPr>
        <p:spPr>
          <a:xfrm>
            <a:off x="-475458" y="0"/>
            <a:ext cx="8101584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44000">
                <a:schemeClr val="accent2">
                  <a:alpha val="61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ko-KR" alt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1F3008-1C49-F966-E49E-FD2801F1F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229" y="672461"/>
            <a:ext cx="5812963" cy="600995"/>
          </a:xfrm>
        </p:spPr>
        <p:txBody>
          <a:bodyPr/>
          <a:lstStyle/>
          <a:p>
            <a:r>
              <a:rPr lang="en-US"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  <a:cs typeface="+mn-cs"/>
              </a:rPr>
              <a:t>Output</a:t>
            </a:r>
            <a:r>
              <a:rPr lang="en-US" sz="3200" b="1" spc="-15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  <a:cs typeface="+mn-cs"/>
              </a:rPr>
              <a:t> screen short</a:t>
            </a:r>
            <a:endParaRPr sz="3200" b="1" spc="-15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n-ea"/>
              <a:cs typeface="+mn-cs"/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1B236631-CFF5-030E-055B-0535BB5915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-209201" y="2053208"/>
            <a:ext cx="6087195" cy="3424047"/>
          </a:xfr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5F753E7-1076-F570-5802-5885839282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44251" y="2108071"/>
            <a:ext cx="5892124" cy="3314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22013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8">
      <a:dk1>
        <a:srgbClr val="36393B"/>
      </a:dk1>
      <a:lt1>
        <a:srgbClr val="FFFFFF"/>
      </a:lt1>
      <a:dk2>
        <a:srgbClr val="4D62EF"/>
      </a:dk2>
      <a:lt2>
        <a:srgbClr val="E7E4E6"/>
      </a:lt2>
      <a:accent1>
        <a:srgbClr val="3AEFCC"/>
      </a:accent1>
      <a:accent2>
        <a:srgbClr val="62D382"/>
      </a:accent2>
      <a:accent3>
        <a:srgbClr val="FDED60"/>
      </a:accent3>
      <a:accent4>
        <a:srgbClr val="FD4C00"/>
      </a:accent4>
      <a:accent5>
        <a:srgbClr val="FE2701"/>
      </a:accent5>
      <a:accent6>
        <a:srgbClr val="CA54FB"/>
      </a:accent6>
      <a:hlink>
        <a:srgbClr val="4D62EF"/>
      </a:hlink>
      <a:folHlink>
        <a:srgbClr val="FC4C00"/>
      </a:folHlink>
    </a:clrScheme>
    <a:fontScheme name="Custom 19">
      <a:majorFont>
        <a:latin typeface="Arial Black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051434_win32_KB_V2" id="{58ACA827-3819-46BF-9F1B-29C93E1280DF}" vid="{26F0C15B-5100-493D-AFA2-F4BC41373295}"/>
    </a:ext>
  </a:extLst>
</a:theme>
</file>

<file path=ppt/theme/theme2.xml><?xml version="1.0" encoding="utf-8"?>
<a:theme xmlns:a="http://schemas.openxmlformats.org/drawingml/2006/main" name="Office Them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ustom 87">
      <a:majorFont>
        <a:latin typeface="League Gothic"/>
        <a:ea typeface=""/>
        <a:cs typeface=""/>
      </a:majorFont>
      <a:minorFont>
        <a:latin typeface="Quicksa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inimalist presentation" id="{11346FDE-2DA4-453A-ACF7-41117CE5C235}" vid="{A628C74B-DC45-4C37-9A15-B37206CA45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demo</Template>
  <TotalTime>591</TotalTime>
  <Words>251</Words>
  <Application>Microsoft Office PowerPoint</Application>
  <PresentationFormat>Widescreen</PresentationFormat>
  <Paragraphs>57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7" baseType="lpstr">
      <vt:lpstr>Arial</vt:lpstr>
      <vt:lpstr>Arial Black</vt:lpstr>
      <vt:lpstr>Avenir Next LT Pro</vt:lpstr>
      <vt:lpstr>Avenir Next LT Pro Light</vt:lpstr>
      <vt:lpstr>Futura LT Book</vt:lpstr>
      <vt:lpstr>League Gothic</vt:lpstr>
      <vt:lpstr>Quicksand</vt:lpstr>
      <vt:lpstr>Tenor Sans</vt:lpstr>
      <vt:lpstr>Times New Roman</vt:lpstr>
      <vt:lpstr>Wingdings</vt:lpstr>
      <vt:lpstr>Custom</vt:lpstr>
      <vt:lpstr>Office Theme</vt:lpstr>
      <vt:lpstr>Grocery Mart Full-Stack  E-Commerce Platform</vt:lpstr>
      <vt:lpstr>Why This Project?</vt:lpstr>
      <vt:lpstr>CI/CD Architecture Overview</vt:lpstr>
      <vt:lpstr>Purpose of the Project</vt:lpstr>
      <vt:lpstr>Technology Stack</vt:lpstr>
      <vt:lpstr>CI/CD Workflow</vt:lpstr>
      <vt:lpstr>Jenkins – CI/CD Automation</vt:lpstr>
      <vt:lpstr>Kubernetes (K8s)</vt:lpstr>
      <vt:lpstr>Prometheus &amp; Grafana</vt:lpstr>
      <vt:lpstr>Advantages</vt:lpstr>
      <vt:lpstr>Output screen short</vt:lpstr>
      <vt:lpstr>Output screen short</vt:lpstr>
      <vt:lpstr>Output screen short</vt:lpstr>
      <vt:lpstr>Output screen short</vt:lpstr>
      <vt:lpstr>Output screen short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kumaresan dinesh</cp:lastModifiedBy>
  <cp:revision>7</cp:revision>
  <dcterms:created xsi:type="dcterms:W3CDTF">2013-01-27T09:14:16Z</dcterms:created>
  <dcterms:modified xsi:type="dcterms:W3CDTF">2025-12-24T08:43:21Z</dcterms:modified>
  <cp:category/>
</cp:coreProperties>
</file>