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29" r:id="rId2"/>
  </p:sldMasterIdLst>
  <p:sldIdLst>
    <p:sldId id="256" r:id="rId3"/>
    <p:sldId id="267" r:id="rId4"/>
    <p:sldId id="258" r:id="rId5"/>
    <p:sldId id="259" r:id="rId6"/>
    <p:sldId id="257" r:id="rId7"/>
    <p:sldId id="260" r:id="rId8"/>
    <p:sldId id="261" r:id="rId9"/>
    <p:sldId id="262" r:id="rId10"/>
    <p:sldId id="263" r:id="rId11"/>
    <p:sldId id="264" r:id="rId12"/>
    <p:sldId id="269" r:id="rId13"/>
    <p:sldId id="268" r:id="rId14"/>
    <p:sldId id="270" r:id="rId15"/>
    <p:sldId id="26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/>
        </p:nvSpPr>
        <p:spPr>
          <a:xfrm>
            <a:off x="3127387" y="1976770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2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3375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9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cap="all" spc="225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3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350" cap="none"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1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2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/>
        </p:nvSpPr>
        <p:spPr>
          <a:xfrm>
            <a:off x="4903412" y="3140474"/>
            <a:ext cx="1314947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751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24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1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4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3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/>
        </p:nvSpPr>
        <p:spPr>
          <a:xfrm>
            <a:off x="925160" y="4144754"/>
            <a:ext cx="4788323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350" cap="none" spc="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2230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0512" y="4010868"/>
            <a:ext cx="5056095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5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2400" b="0" i="0" spc="45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12598" indent="-212598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/>
        </p:nvGrpSpPr>
        <p:grpSpPr>
          <a:xfrm>
            <a:off x="-2" y="-2"/>
            <a:ext cx="12191611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3375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525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2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3159128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>
                <a:latin typeface="+mn-lt"/>
              </a:defRPr>
            </a:lvl2pPr>
            <a:lvl3pPr marL="212598" indent="-257175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411480" indent="-214313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617220" indent="-214313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 b="1" cap="all" baseline="0">
                <a:latin typeface="+mn-lt"/>
              </a:defRPr>
            </a:lvl1pPr>
            <a:lvl2pPr marL="212598" indent="-212598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9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>
                <a:latin typeface="+mn-lt"/>
              </a:defRPr>
            </a:lvl1pPr>
            <a:lvl2pPr>
              <a:defRPr sz="135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>
                <a:latin typeface="+mn-lt"/>
              </a:defRPr>
            </a:lvl1pPr>
            <a:lvl2pPr>
              <a:defRPr sz="135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2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defRPr sz="1350" b="1" cap="all" baseline="0">
                <a:latin typeface="+mn-lt"/>
              </a:defRPr>
            </a:lvl1pPr>
            <a:lvl2pPr marL="212598" indent="-214313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latin typeface="+mn-lt"/>
              </a:defRPr>
            </a:lvl2pPr>
            <a:lvl3pPr marL="411480" indent="-214313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>
                <a:latin typeface="+mn-lt"/>
              </a:defRPr>
            </a:lvl1pPr>
            <a:lvl2pPr>
              <a:defRPr sz="135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3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3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4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 cap="none" baseline="0">
                <a:latin typeface="+mn-lt"/>
              </a:defRPr>
            </a:lvl1pPr>
            <a:lvl2pPr marL="212598" indent="-214313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latin typeface="+mn-lt"/>
              </a:defRPr>
            </a:lvl2pPr>
            <a:lvl3pPr marL="411480" indent="-214313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14313" indent="-214313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350" cap="none" baseline="0">
                <a:latin typeface="+mn-lt"/>
              </a:defRPr>
            </a:lvl1pPr>
            <a:lvl2pPr marL="411480" indent="-214313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latin typeface="+mn-lt"/>
              </a:defRPr>
            </a:lvl2pPr>
            <a:lvl3pPr marL="617220" indent="-214313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2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8" y="2188198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24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/>
        </p:nvSpPr>
        <p:spPr>
          <a:xfrm>
            <a:off x="10408059" y="1151135"/>
            <a:ext cx="190347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/>
        </p:nvSpPr>
        <p:spPr>
          <a:xfrm>
            <a:off x="10987993" y="114072"/>
            <a:ext cx="190347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41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512" y="457201"/>
            <a:ext cx="10272889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9512" y="2667000"/>
            <a:ext cx="10272889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2440" y="6108174"/>
            <a:ext cx="11432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0197" y="6108174"/>
            <a:ext cx="70860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11957" y="6108174"/>
            <a:ext cx="57044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23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45423B0-7C98-D37F-D7B1-A48FBA96DAF9}"/>
              </a:ext>
            </a:extLst>
          </p:cNvPr>
          <p:cNvGrpSpPr/>
          <p:nvPr/>
        </p:nvGrpSpPr>
        <p:grpSpPr>
          <a:xfrm>
            <a:off x="1364120" y="0"/>
            <a:ext cx="4846181" cy="6858000"/>
            <a:chOff x="1364119" y="0"/>
            <a:chExt cx="4846181" cy="6858000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A9D77757-0621-ABBC-8728-CA03048D3B05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72123248-BFC1-FF02-21D0-EECEA8AF5CDF}"/>
                </a:ext>
              </a:extLst>
            </p:cNvPr>
            <p:cNvSpPr/>
            <p:nvPr userDrawn="1"/>
          </p:nvSpPr>
          <p:spPr>
            <a:xfrm rot="16200000" flipH="1">
              <a:off x="2707492" y="3163006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A7C67865-6B5A-BF36-B44B-BEEE9D58869D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F825108-EC07-8F6D-D924-31E77DCF54AE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DC97033A-039C-15C5-D124-AFC668E931F7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83D132C-729A-15B1-7143-44FD9A427534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C09FE09-112D-36E4-57E9-CF5AB3DD60B2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BF58305-6FAD-EDB3-AD09-3B639CC502FD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47456B8-D2C2-6CA9-F951-BD927BD98AA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74279" y="0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E5883C-F14E-0C22-E7E0-1F537C48662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AAEFD4-99D1-89F9-461D-3E8F251F2CC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4B4B2E6-6DBE-4205-0885-EF3500EAC3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F367939-CFEB-81CC-4312-02F11EEB3DB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502" y="3297076"/>
            <a:ext cx="11014559" cy="3038196"/>
          </a:xfrm>
        </p:spPr>
        <p:txBody>
          <a:bodyPr anchor="t">
            <a:noAutofit/>
          </a:bodyPr>
          <a:lstStyle>
            <a:lvl1pPr algn="r">
              <a:defRPr sz="2700" spc="113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502" y="2548965"/>
            <a:ext cx="11014559" cy="649528"/>
          </a:xfrm>
        </p:spPr>
        <p:txBody>
          <a:bodyPr anchor="b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5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157E0B1-2E78-A1F9-9D4F-F1B7F6D22024}"/>
              </a:ext>
            </a:extLst>
          </p:cNvPr>
          <p:cNvGrpSpPr/>
          <p:nvPr/>
        </p:nvGrpSpPr>
        <p:grpSpPr>
          <a:xfrm>
            <a:off x="7039275" y="0"/>
            <a:ext cx="4846181" cy="6858000"/>
            <a:chOff x="1364119" y="0"/>
            <a:chExt cx="4846181" cy="685800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5E4AF8-1519-C6C7-4238-42F7EC5AD228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9D3582F8-1712-0F2F-06A2-07E68F1F659A}"/>
                </a:ext>
              </a:extLst>
            </p:cNvPr>
            <p:cNvSpPr/>
            <p:nvPr userDrawn="1"/>
          </p:nvSpPr>
          <p:spPr>
            <a:xfrm rot="16200000" flipH="1">
              <a:off x="2707492" y="3163006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475D3CC-96EC-BD5F-FA28-E14DD62B79E7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82F9AB73-3105-492F-5CFE-3B960FD25345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2CF459A4-F8D3-B387-7375-F0F3350893E1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311C9E4-7DF5-BFCC-37C0-1F978D678BAD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346B878F-FB37-72F2-F58F-62638C544269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95746579-A7B5-3A39-BA10-22045EE1CD1F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E9D28F-F05F-64B3-BBE5-B5CD1B4EABB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74279" y="0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566758B-3910-5426-EE2D-D69325BF41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F5167B4-BE2F-036B-793A-570512551FC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782A08D-3638-117F-7947-2DC10BF9440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0688DA-A586-6D7F-C28B-D3B23CFD60B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800343" y="1616046"/>
            <a:ext cx="5812963" cy="3312664"/>
          </a:xfrm>
        </p:spPr>
        <p:txBody>
          <a:bodyPr anchor="b">
            <a:normAutofit/>
          </a:bodyPr>
          <a:lstStyle>
            <a:lvl1pPr>
              <a:defRPr sz="2400" spc="11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365896"/>
            <a:ext cx="7133351" cy="5815584"/>
          </a:xfrm>
        </p:spPr>
        <p:txBody>
          <a:bodyPr>
            <a:normAutofit/>
          </a:bodyPr>
          <a:lstStyle>
            <a:lvl1pPr marL="2143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1pPr>
            <a:lvl2pPr marL="5572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2pPr>
            <a:lvl3pPr marL="9001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3pPr>
            <a:lvl4pPr marL="12430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4pPr>
            <a:lvl5pPr marL="15859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2"/>
            <a:ext cx="985157" cy="365125"/>
          </a:xfrm>
        </p:spPr>
        <p:txBody>
          <a:bodyPr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5" y="6356351"/>
            <a:ext cx="2482843" cy="365125"/>
          </a:xfrm>
        </p:spPr>
        <p:txBody>
          <a:bodyPr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2"/>
            <a:ext cx="987552" cy="365125"/>
          </a:xfrm>
        </p:spPr>
        <p:txBody>
          <a:bodyPr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49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1219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4100" y="6356352"/>
            <a:ext cx="3479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0C09AC-6838-5E3F-2C4E-CECEE8F706C7}"/>
              </a:ext>
            </a:extLst>
          </p:cNvPr>
          <p:cNvGrpSpPr/>
          <p:nvPr/>
        </p:nvGrpSpPr>
        <p:grpSpPr>
          <a:xfrm>
            <a:off x="7039275" y="0"/>
            <a:ext cx="4846181" cy="6858000"/>
            <a:chOff x="1364119" y="0"/>
            <a:chExt cx="4846181" cy="6858000"/>
          </a:xfrm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B2BBE8CB-7395-358A-8928-08C05C06B86D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67DED6B0-9B62-8E8D-8671-6FBBA7E6E160}"/>
                </a:ext>
              </a:extLst>
            </p:cNvPr>
            <p:cNvSpPr/>
            <p:nvPr userDrawn="1"/>
          </p:nvSpPr>
          <p:spPr>
            <a:xfrm rot="16200000" flipH="1">
              <a:off x="2707492" y="3163006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0B9D2E91-8E76-149A-033E-080BFAE75447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470C597D-5259-3A70-8C19-ACF9FA769185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895A2A79-E076-AFB8-B9CE-E796E3F45BF6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EA448307-022E-0E1B-7992-08D6A4159628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E9F687ED-C140-D326-A536-514A3C51015C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C34AB0DD-F6E5-1F7F-5C0B-E718E353631B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A3144B-7FFA-EA85-0182-E9CC7E58906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74279" y="0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56E949-7626-1466-E764-6B021F8F673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232DF2C-4749-CEE0-1359-86C2B0E395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FC99AB-0689-627B-2EAF-ABA0C4FE572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32C1882-70A6-B621-66D8-D573D1C70A2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D889806A-4E83-D6BB-A897-3BFC4B5227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800343" y="1616046"/>
            <a:ext cx="5812963" cy="3312664"/>
          </a:xfrm>
        </p:spPr>
        <p:txBody>
          <a:bodyPr anchor="b">
            <a:normAutofit/>
          </a:bodyPr>
          <a:lstStyle>
            <a:lvl1pPr>
              <a:defRPr sz="2400" spc="113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DD03866C-4984-6B75-F9B1-2112C5C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365896"/>
            <a:ext cx="7133351" cy="581558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 marL="3429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2pPr>
            <a:lvl3pPr marL="6858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4pPr>
            <a:lvl5pPr marL="13716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55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F9D7443-4DBD-360E-0629-947D4771DE27}"/>
              </a:ext>
            </a:extLst>
          </p:cNvPr>
          <p:cNvGrpSpPr/>
          <p:nvPr/>
        </p:nvGrpSpPr>
        <p:grpSpPr>
          <a:xfrm flipH="1">
            <a:off x="0" y="0"/>
            <a:ext cx="2969216" cy="6858000"/>
            <a:chOff x="3241084" y="221921"/>
            <a:chExt cx="2969216" cy="6858000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6E40A8A3-2E53-D1DF-ED78-89E7E9723F66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3E9927D-11FF-182F-683E-3E1C0076E706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F4F0A02-2BD4-EF8D-938E-F7835B1BA586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7E0CE5B-D1BF-D35F-DB9D-3AD9BA6AEBE3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893EE67-614C-DAA5-6ADE-83077A145C01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A42831A-25FA-873D-89DC-046839714FC5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83771F-12FD-E137-217B-E134DB0307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F5D902D-7F99-2AB3-D779-C8156FBD892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5099F9-10F4-78FC-B5E9-50FFAC626DB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501" y="2045148"/>
            <a:ext cx="10537825" cy="1715531"/>
          </a:xfrm>
        </p:spPr>
        <p:txBody>
          <a:bodyPr anchor="b">
            <a:noAutofit/>
          </a:bodyPr>
          <a:lstStyle>
            <a:lvl1pPr algn="ctr">
              <a:defRPr sz="2700" spc="11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501" y="3858311"/>
            <a:ext cx="105378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F1A35A-D49D-BAA0-81D7-E3EFD8AB07EA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EE493E65-0D26-B92D-D907-FCEF1486F943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7534E772-BBB1-62E8-CC50-85EAE0D43ADC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12BC67F4-9A52-A429-8E04-914348295DDD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2485F3F7-BE06-1435-B14B-EAAC2FDA926F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6D796149-DF72-3D99-9FA9-F9DC636B99AF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B0D0AB-DCDA-2BD9-8891-B60AB670F25E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AE7333-EE05-1BAC-2BBF-AB4A765F0F4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77B626B-494D-122B-28C4-B3533265878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2474D57-B35A-B731-B018-1B1A2235B61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4527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9D7616-806D-688C-3D67-070A8220A5A2}"/>
              </a:ext>
            </a:extLst>
          </p:cNvPr>
          <p:cNvGrpSpPr/>
          <p:nvPr/>
        </p:nvGrpSpPr>
        <p:grpSpPr>
          <a:xfrm flipH="1">
            <a:off x="0" y="1888340"/>
            <a:ext cx="1608829" cy="4290210"/>
            <a:chOff x="1364119" y="2227205"/>
            <a:chExt cx="1608829" cy="4290210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B5BC0560-70EB-7AA8-8250-62C9E616B631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6892B28C-C585-B972-A4E8-7D81FF3322B0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1AAE6C-5AEB-2436-45DC-18956F1D9C63}"/>
              </a:ext>
            </a:extLst>
          </p:cNvPr>
          <p:cNvGrpSpPr/>
          <p:nvPr/>
        </p:nvGrpSpPr>
        <p:grpSpPr>
          <a:xfrm>
            <a:off x="10959533" y="2"/>
            <a:ext cx="807584" cy="3062561"/>
            <a:chOff x="-1607540" y="-501649"/>
            <a:chExt cx="807584" cy="125729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CACC6C-2F4F-3E2B-975A-A278B0C9B08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165CFD-EA18-9C17-A85B-F7C703C08D6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93F3BDA0-935F-E42C-9C9E-8F59632F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8B19BD-DF75-7A36-081A-210649D35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553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8E49B6-93D2-4DC6-F2A8-17B187A3FDB0}"/>
              </a:ext>
            </a:extLst>
          </p:cNvPr>
          <p:cNvGrpSpPr/>
          <p:nvPr/>
        </p:nvGrpSpPr>
        <p:grpSpPr>
          <a:xfrm flipH="1">
            <a:off x="0" y="1888340"/>
            <a:ext cx="1608829" cy="4290210"/>
            <a:chOff x="1364119" y="2227205"/>
            <a:chExt cx="1608829" cy="4290210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971B8F7F-D81F-7664-A33F-5E35CCF6B008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C6251D9-C9A3-E521-DD1A-A2CC60A95247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578EA-E4F7-2DFC-601A-26DE655CC42E}"/>
              </a:ext>
            </a:extLst>
          </p:cNvPr>
          <p:cNvGrpSpPr/>
          <p:nvPr/>
        </p:nvGrpSpPr>
        <p:grpSpPr>
          <a:xfrm>
            <a:off x="10959533" y="2"/>
            <a:ext cx="807584" cy="3062561"/>
            <a:chOff x="-1607540" y="-501649"/>
            <a:chExt cx="807584" cy="125729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1B37419-2621-6373-428F-FFF7CD66DDE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EBF0EC-FDC0-AA81-80E6-A730080B904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6E51EFBD-D536-7473-1D12-A91B4BCE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A8E320B-575F-1DC1-92DD-BE567961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1485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Imag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42BD301-4E06-81ED-8658-43F6594F60BE}"/>
              </a:ext>
            </a:extLst>
          </p:cNvPr>
          <p:cNvGrpSpPr/>
          <p:nvPr/>
        </p:nvGrpSpPr>
        <p:grpSpPr>
          <a:xfrm rot="10800000">
            <a:off x="-739" y="0"/>
            <a:ext cx="3581399" cy="3247908"/>
            <a:chOff x="-27883" y="4820081"/>
            <a:chExt cx="2298870" cy="2084805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806ACFBC-16F1-1BD8-753E-0244F3D55B06}"/>
                </a:ext>
              </a:extLst>
            </p:cNvPr>
            <p:cNvSpPr/>
            <p:nvPr userDrawn="1"/>
          </p:nvSpPr>
          <p:spPr>
            <a:xfrm rot="5400000">
              <a:off x="462248" y="5632433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C8F2002C-6616-361E-F318-49D071CF890D}"/>
                </a:ext>
              </a:extLst>
            </p:cNvPr>
            <p:cNvSpPr/>
            <p:nvPr userDrawn="1"/>
          </p:nvSpPr>
          <p:spPr>
            <a:xfrm rot="16200000" flipH="1">
              <a:off x="-138490" y="4930688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77E18B-6FA1-7FAC-5C31-8824644E05AD}"/>
                </a:ext>
              </a:extLst>
            </p:cNvPr>
            <p:cNvSpPr/>
            <p:nvPr userDrawn="1"/>
          </p:nvSpPr>
          <p:spPr>
            <a:xfrm rot="16200000" flipH="1">
              <a:off x="1646216" y="5246121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203D2A-896E-1226-6849-B015C420386B}"/>
              </a:ext>
            </a:extLst>
          </p:cNvPr>
          <p:cNvGrpSpPr/>
          <p:nvPr/>
        </p:nvGrpSpPr>
        <p:grpSpPr>
          <a:xfrm flipH="1" flipV="1">
            <a:off x="10777003" y="3795441"/>
            <a:ext cx="807584" cy="3062561"/>
            <a:chOff x="-1607540" y="-501649"/>
            <a:chExt cx="807584" cy="125729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249737-E929-E09E-B9A6-D5CA48BE8813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9FFED0-D5C7-8CC2-4F2F-99D24508133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EBE041A-A505-4E01-7D5A-9E9E6F39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93257" y="365127"/>
            <a:ext cx="4262131" cy="58134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4D54ED-4AAC-B197-C045-7087131A6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811338"/>
            <a:ext cx="6172200" cy="436721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B3DA39-9F24-0791-9BE9-355FC497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6172200" cy="1325563"/>
          </a:xfrm>
        </p:spPr>
        <p:txBody>
          <a:bodyPr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44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Image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871ACED-18CA-1775-73D0-A4B0E3DC9A8A}"/>
              </a:ext>
            </a:extLst>
          </p:cNvPr>
          <p:cNvGrpSpPr/>
          <p:nvPr/>
        </p:nvGrpSpPr>
        <p:grpSpPr>
          <a:xfrm>
            <a:off x="8610602" y="3610093"/>
            <a:ext cx="3581399" cy="3247908"/>
            <a:chOff x="-27883" y="4820081"/>
            <a:chExt cx="2298870" cy="2084805"/>
          </a:xfrm>
        </p:grpSpPr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597059B-6067-2F8B-03E6-E16FC9792EB1}"/>
                </a:ext>
              </a:extLst>
            </p:cNvPr>
            <p:cNvSpPr/>
            <p:nvPr userDrawn="1"/>
          </p:nvSpPr>
          <p:spPr>
            <a:xfrm rot="5400000">
              <a:off x="462248" y="5632433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0FBAF7-A17D-0839-26A5-DF37ED9782A7}"/>
                </a:ext>
              </a:extLst>
            </p:cNvPr>
            <p:cNvSpPr/>
            <p:nvPr userDrawn="1"/>
          </p:nvSpPr>
          <p:spPr>
            <a:xfrm rot="16200000" flipH="1">
              <a:off x="-138490" y="4930688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3C177091-1291-FE22-497F-B6DD8C85F374}"/>
                </a:ext>
              </a:extLst>
            </p:cNvPr>
            <p:cNvSpPr/>
            <p:nvPr userDrawn="1"/>
          </p:nvSpPr>
          <p:spPr>
            <a:xfrm rot="16200000" flipH="1">
              <a:off x="1646216" y="5246121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7FE32AB1-44E9-9422-C663-29C3929AD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365127"/>
            <a:ext cx="4262131" cy="58134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AD8B09-504C-AD7D-8A1E-05027919E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81600" y="1811338"/>
            <a:ext cx="6172200" cy="436721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9B79DB0-6555-7C42-CF91-7F33B6AC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365127"/>
            <a:ext cx="6172200" cy="1325563"/>
          </a:xfrm>
        </p:spPr>
        <p:txBody>
          <a:bodyPr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444A281-57E6-2071-8401-E8EC79C3CDF8}"/>
              </a:ext>
            </a:extLst>
          </p:cNvPr>
          <p:cNvGrpSpPr/>
          <p:nvPr/>
        </p:nvGrpSpPr>
        <p:grpSpPr>
          <a:xfrm flipV="1">
            <a:off x="624675" y="3795441"/>
            <a:ext cx="807584" cy="3062561"/>
            <a:chOff x="-1607540" y="-501649"/>
            <a:chExt cx="807584" cy="1257299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06005EA-B599-5AF3-7F6E-3469BE1668E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FDE77-8CFE-1AA0-0C2C-0BBF8CC1828F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598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D3652DC-3411-451D-194D-36E0B253FE52}"/>
              </a:ext>
            </a:extLst>
          </p:cNvPr>
          <p:cNvGrpSpPr/>
          <p:nvPr/>
        </p:nvGrpSpPr>
        <p:grpSpPr>
          <a:xfrm>
            <a:off x="274826" y="3"/>
            <a:ext cx="11304991" cy="6517415"/>
            <a:chOff x="274825" y="1"/>
            <a:chExt cx="11304991" cy="651741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B06BDAE-8376-307E-FF1C-AC723393C756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FEE83022-F21D-1AA4-0E98-46631FA510D2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1E7871-A984-6FD3-3C80-0E6F704893D2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41D4758-69F3-8E88-51CB-98D140DC3EF5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C8E3207A-C8F2-760F-4E2A-FAEF2A938CB1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BB3BC4D-629D-0A45-183C-18F7BE978B89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ED90790B-C8C7-71A7-4CAA-438D2B63630A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D24C2816-A708-3AD8-CB73-084CDAAA5B97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18601F-BA9A-EB40-783A-0657ABD039D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84A32BD-0BC9-8BD5-09E8-6A14A502415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37668E-571F-ECF1-CFA9-46EE8E044BE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DF3383-E4ED-9C4B-98DF-3ACDD5E6A5F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7963" y="665827"/>
            <a:ext cx="6696075" cy="4226453"/>
          </a:xfrm>
        </p:spPr>
        <p:txBody>
          <a:bodyPr anchor="b">
            <a:normAutofit/>
          </a:bodyPr>
          <a:lstStyle>
            <a:lvl1pPr>
              <a:defRPr lang="en-US" sz="2100" kern="1200" spc="113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7963" y="5028805"/>
            <a:ext cx="6696075" cy="1149747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84935CAA-2783-0CDA-7ED9-D6BB1286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C735B3BC-1C25-3A36-E632-9A533865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B6187274-D433-FCBC-D076-7C54F26F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3C799B-FA34-2E78-EA9E-985C0A072EE7}"/>
              </a:ext>
            </a:extLst>
          </p:cNvPr>
          <p:cNvGrpSpPr/>
          <p:nvPr/>
        </p:nvGrpSpPr>
        <p:grpSpPr>
          <a:xfrm flipH="1">
            <a:off x="274826" y="3"/>
            <a:ext cx="11304991" cy="6857999"/>
            <a:chOff x="274825" y="1"/>
            <a:chExt cx="11304991" cy="6857999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1532942-A3EA-76B3-F21B-6B8B66D984E2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734BACDD-47D6-E9C3-B17E-9999CE07981F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AAFD834-FC79-96AE-7CF1-FD640E36C720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1631A67D-E8AB-2010-602D-4EAFDCF70B3F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C4ADC36-B5CE-0728-44A2-D54416FE06E2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00296541-0E57-1731-FD90-F690E1E7F75F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3C58D17C-DA9E-7DC5-F2C6-93857EF649C9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3A855A-322F-D2D1-BB06-44F8087DF7EA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C01DB4A-3392-6306-31A0-0EF3CF389E2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83ABE0C-51BA-A6E1-3F8E-C41EC5E2097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6F16796-F9E0-F8F5-A24D-D569A40B80B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56106A5-8912-0AB1-4002-9A5CCC661B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CF3022A-0658-24C6-3953-74783261B94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3447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7349" y="463451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53447" y="5014107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73539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33071" y="4634517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970060" y="5028789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61904" y="463451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97111" y="5028789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93631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77625" y="463451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813723" y="5014107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5C2A52-B225-AFCD-5CC4-24984E9C3B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813725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9CCADB5-2974-41F9-0795-3FC71B91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4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1F12D3E-2753-0A12-4403-E7CBD98451EF}"/>
              </a:ext>
            </a:extLst>
          </p:cNvPr>
          <p:cNvGrpSpPr/>
          <p:nvPr/>
        </p:nvGrpSpPr>
        <p:grpSpPr>
          <a:xfrm>
            <a:off x="8610602" y="3610093"/>
            <a:ext cx="3581399" cy="3247908"/>
            <a:chOff x="-27883" y="4820081"/>
            <a:chExt cx="2298870" cy="2084805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0510BBB9-7CCF-8AA4-AC7B-56A4E82D8640}"/>
                </a:ext>
              </a:extLst>
            </p:cNvPr>
            <p:cNvSpPr/>
            <p:nvPr userDrawn="1"/>
          </p:nvSpPr>
          <p:spPr>
            <a:xfrm rot="5400000">
              <a:off x="462248" y="5632433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B06966AC-7D26-E8C6-62D9-2F1BCA8906AF}"/>
                </a:ext>
              </a:extLst>
            </p:cNvPr>
            <p:cNvSpPr/>
            <p:nvPr userDrawn="1"/>
          </p:nvSpPr>
          <p:spPr>
            <a:xfrm rot="16200000" flipH="1">
              <a:off x="-138490" y="4930688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062F6E63-6902-6367-D0E5-CCAE7595FA23}"/>
                </a:ext>
              </a:extLst>
            </p:cNvPr>
            <p:cNvSpPr/>
            <p:nvPr userDrawn="1"/>
          </p:nvSpPr>
          <p:spPr>
            <a:xfrm rot="16200000" flipH="1">
              <a:off x="1646216" y="5246121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60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1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3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3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69023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69023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5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7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59807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1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3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3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69023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69023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5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7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59807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tx1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1CF4B-49BD-3365-6A1D-EC89194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02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FE6581-818B-478F-3C68-BF155C21195F}"/>
              </a:ext>
            </a:extLst>
          </p:cNvPr>
          <p:cNvGrpSpPr/>
          <p:nvPr/>
        </p:nvGrpSpPr>
        <p:grpSpPr>
          <a:xfrm>
            <a:off x="8610600" y="3"/>
            <a:ext cx="2969216" cy="3317409"/>
            <a:chOff x="8610600" y="1"/>
            <a:chExt cx="2969216" cy="3317409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6384B85D-EA9F-2D2E-A3AF-4F587CCE072E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7E387BF-A11C-7ED8-EDC0-719CE0BC00F3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D59A2EBE-DC4E-3FB6-3330-393D39608179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5BFB4675-8500-88F6-4648-21BDA1B8BF66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7865BD0-F24C-CE2E-2054-9EFCA03721DC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EC457B-F883-6EE8-6022-1763FAFD4F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A2DBFA-42FB-9615-8377-E37A820B11E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3CECDD-E446-3AA6-DCE9-6E1C3F5169D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811340"/>
            <a:ext cx="10515600" cy="436721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0C80E-AE4C-CDAB-CEFC-82953319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5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1A25059C-F20E-AB09-BA21-5D011BFECB2B}"/>
              </a:ext>
            </a:extLst>
          </p:cNvPr>
          <p:cNvGrpSpPr/>
          <p:nvPr/>
        </p:nvGrpSpPr>
        <p:grpSpPr>
          <a:xfrm>
            <a:off x="274825" y="3"/>
            <a:ext cx="3217659" cy="6517415"/>
            <a:chOff x="274825" y="1"/>
            <a:chExt cx="3217658" cy="6517415"/>
          </a:xfrm>
        </p:grpSpPr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7D45F13B-60FB-7EF1-DEE0-F0F72E6CF495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2B94C1C6-19F3-7D1C-E290-AFA5E6193161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CBA01E83-2F56-7B7B-6A27-8426DAD8698D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04A22E3-3D22-FBA9-6DE0-15077C98803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A19AE-5B19-466F-5CC4-DB28E3897507}"/>
              </a:ext>
            </a:extLst>
          </p:cNvPr>
          <p:cNvCxnSpPr>
            <a:cxnSpLocks/>
          </p:cNvCxnSpPr>
          <p:nvPr/>
        </p:nvCxnSpPr>
        <p:spPr>
          <a:xfrm flipV="1">
            <a:off x="2968308" y="3231058"/>
            <a:ext cx="1288912" cy="116802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29A86F-5766-F902-3A17-82988DD3D0E5}"/>
              </a:ext>
            </a:extLst>
          </p:cNvPr>
          <p:cNvCxnSpPr>
            <a:cxnSpLocks/>
          </p:cNvCxnSpPr>
          <p:nvPr/>
        </p:nvCxnSpPr>
        <p:spPr>
          <a:xfrm>
            <a:off x="4273099" y="3250691"/>
            <a:ext cx="2910127" cy="782513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3F60EE-2314-8497-39F0-C5D72F452648}"/>
              </a:ext>
            </a:extLst>
          </p:cNvPr>
          <p:cNvCxnSpPr>
            <a:cxnSpLocks/>
          </p:cNvCxnSpPr>
          <p:nvPr/>
        </p:nvCxnSpPr>
        <p:spPr>
          <a:xfrm flipV="1">
            <a:off x="7183226" y="3079702"/>
            <a:ext cx="2781901" cy="95206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FF3526B9-545F-65AF-59CF-352A92449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8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7005ED3A-ABD9-2109-03EF-06C2E4B6E9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5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25B1309-E259-7D38-9823-B89944267F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9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19E69553-C106-E241-9049-FE7AF591D2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8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9780DA0B-0F5E-560C-549F-05B820207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384D5C5C-1CEF-18B1-D953-4A91EC0A16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3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5C5C647-D157-6C4E-E18D-EFB1F93AE7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7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4D73115-B1F8-ED79-770A-0CB362BE49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E0134B8B-F604-84C0-775B-5D04757105B2}"/>
              </a:ext>
            </a:extLst>
          </p:cNvPr>
          <p:cNvSpPr/>
          <p:nvPr/>
        </p:nvSpPr>
        <p:spPr>
          <a:xfrm>
            <a:off x="2675456" y="4105223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F92B0368-FE1C-96C8-B231-A261F3398A00}"/>
              </a:ext>
            </a:extLst>
          </p:cNvPr>
          <p:cNvSpPr/>
          <p:nvPr/>
        </p:nvSpPr>
        <p:spPr>
          <a:xfrm>
            <a:off x="3961340" y="2962215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E965A386-1540-D490-2111-74DAF6863731}"/>
              </a:ext>
            </a:extLst>
          </p:cNvPr>
          <p:cNvSpPr/>
          <p:nvPr/>
        </p:nvSpPr>
        <p:spPr>
          <a:xfrm>
            <a:off x="6890299" y="3748033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930F9921-72F4-4B6B-3627-F504F4475972}"/>
              </a:ext>
            </a:extLst>
          </p:cNvPr>
          <p:cNvSpPr/>
          <p:nvPr/>
        </p:nvSpPr>
        <p:spPr>
          <a:xfrm>
            <a:off x="9679375" y="2783269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57D2B0C-173A-0692-28A5-1B46ADF2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Date Placeholder 2">
            <a:extLst>
              <a:ext uri="{FF2B5EF4-FFF2-40B4-BE49-F238E27FC236}">
                <a16:creationId xmlns:a16="http://schemas.microsoft.com/office/drawing/2014/main" id="{E1F958B9-F968-A134-A55E-1AAC6EB6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AEFE6B0F-9CB1-8916-8DAA-A9FBCAD2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4" name="Slide Number Placeholder 4">
            <a:extLst>
              <a:ext uri="{FF2B5EF4-FFF2-40B4-BE49-F238E27FC236}">
                <a16:creationId xmlns:a16="http://schemas.microsoft.com/office/drawing/2014/main" id="{99CDB583-7BFC-F2AD-948B-DDC7CBE8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72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8C1ED7D-8B66-F863-D9A8-BE821ABEB89D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BE4FDCA1-FDBA-EF58-233E-0333CF2FD100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718ADD5-4399-48F1-7B2E-45B370E6D050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E0D70EB4-A134-61C2-4A04-E67113E8099D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58D6086E-9653-480A-95E2-FF8FE0BC4E9A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300FAA86-4055-160C-3262-B15E43D43FDA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46D23F4-B85C-D50E-53B4-D7D7291080B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6320C6-247B-7EA2-0068-5EE4FCB782C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518847-BD6B-F8D5-E38F-75AC1CD6766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333CFA-ADF0-A142-AE96-E018B5609AB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1" y="1829279"/>
            <a:ext cx="518086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757723"/>
            <a:ext cx="5180860" cy="34208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47424" y="1829279"/>
            <a:ext cx="5206376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7424" y="2757723"/>
            <a:ext cx="5206376" cy="34208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DA388AA-65AC-AEF9-D604-8189910C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DEE03780-FFF0-90C1-BDF4-B8F3F458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F4683111-BCAF-F2DB-22FE-96E90F07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CAD3A798-06C2-4DDB-C9DF-11E9B6E4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F545507-4EC3-8141-1D0F-81A033D661C2}"/>
              </a:ext>
            </a:extLst>
          </p:cNvPr>
          <p:cNvGrpSpPr/>
          <p:nvPr/>
        </p:nvGrpSpPr>
        <p:grpSpPr>
          <a:xfrm>
            <a:off x="0" y="3"/>
            <a:ext cx="3217659" cy="6517415"/>
            <a:chOff x="274825" y="1"/>
            <a:chExt cx="3217658" cy="6517415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11A43542-E855-B789-D5E0-8827ACA43639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C77EEC4A-1B70-BA95-1EB9-4163D556B4A4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AB5FD8E-8FDC-49AB-4C7C-22319081686F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8A74D9-5604-45FC-D5DB-01F2FF5B57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E1B4C5-CFE6-8B38-DB2E-F68DC2A1E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5A51B-24F7-29DC-E559-84A8A9C5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15249"/>
            <a:ext cx="5157787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69E4F83-3B16-44A3-F6EF-F689B8D4A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63723"/>
            <a:ext cx="5157787" cy="34259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FA577CD-006B-D971-0CB6-B8851E8F1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815249"/>
            <a:ext cx="5183188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9804E96-E97D-A4AC-9CC9-C1773EE8D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763723"/>
            <a:ext cx="5183188" cy="34259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08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1006CFC-3C33-A2F7-77EA-D353FCBCA5CB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E64ECA2-6720-7D3E-9846-874FC005127E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373C4538-A684-9EF1-6328-B94967446E69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75B3301-8E3D-18E2-6722-D1411598BABC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645E69E-BA1F-EE37-EE6B-E5A278903A93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FD2E71A7-CBA9-4190-26C4-B3ACE8402D22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FD4DDC-11A4-785B-429C-2E2171992E2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342E49-8011-B85A-C044-AC6FA757729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934D868-72B5-58D7-6460-55C983D864D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21341D-7E53-13C7-066B-A271C558B2D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287AEB1-81AF-0794-1FBC-758DCFEC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318B26-4D0C-87B9-D69F-4A88A52E4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04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0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94705BE-A035-0D3D-6613-4331C21FF49E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124362C5-E148-4567-390F-D24842C78178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A0139FDE-3EDC-0ACC-5570-AF64A3B0DE99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2494022E-1CD4-50BB-2249-51C0A6F9FB97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5551059A-3DA5-E383-4B1B-E9749031AA98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66F9A8DF-31FA-339B-0CF1-CDE29A27AD39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AA52A30-6E54-6565-4A85-ED380A019E00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83934A8-E6CE-01C4-3679-739ADC29696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B90E267-E4C1-587F-1CDF-8F36E8C9399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DB556DD-A610-6846-30D6-A824FA7A3C8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354E08D2-03B5-B74C-6A1F-09EC6A28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2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41A0A301-85D2-53FF-EFCD-AD417EC0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4BED10-17CA-FAA9-284B-C0379033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2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514AF0-AE48-745F-D1B0-8D88384512A6}"/>
              </a:ext>
            </a:extLst>
          </p:cNvPr>
          <p:cNvGrpSpPr/>
          <p:nvPr/>
        </p:nvGrpSpPr>
        <p:grpSpPr>
          <a:xfrm flipH="1">
            <a:off x="0" y="3"/>
            <a:ext cx="2969216" cy="3317409"/>
            <a:chOff x="8610600" y="1"/>
            <a:chExt cx="2969216" cy="3317409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8352D9CD-D44B-C383-4E11-1C9B3A497287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67901AD1-6460-2D3E-B809-5F0F84A47620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059AAE8-B070-8AE6-F0E4-AE9EDAA93135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5199C06-1FFC-D02B-C65D-5460F46C7576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F9E3AAD8-8385-546C-0D00-4D9DA93BAFFC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D24948-41E3-BAB5-2425-8B543528AEF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0C55B5A-4362-A3B5-FB99-CC7C555783F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CB6E216-4D5B-866B-726A-3537BBF306B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5560452F-C5FE-CD14-E774-473B74E08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7396648" y="2212354"/>
            <a:ext cx="5812963" cy="2120052"/>
          </a:xfrm>
        </p:spPr>
        <p:txBody>
          <a:bodyPr anchor="b">
            <a:normAutofit/>
          </a:bodyPr>
          <a:lstStyle>
            <a:lvl1pPr>
              <a:defRPr sz="2400" spc="11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BB45454-0617-4104-8C42-7E400A45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365896"/>
            <a:ext cx="8277311" cy="581558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1pPr>
            <a:lvl2pPr marL="3429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2pPr>
            <a:lvl3pPr marL="6858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3pPr>
            <a:lvl4pPr marL="10287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4pPr>
            <a:lvl5pPr marL="13716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41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6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9" y="409578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5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900" b="1" cap="all" spc="225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0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 cap="all" spc="45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50000"/>
        </a:lnSpc>
        <a:spcBef>
          <a:spcPts val="75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65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5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35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35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992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10240" userDrawn="1">
          <p15:clr>
            <a:srgbClr val="547EBF"/>
          </p15:clr>
        </p15:guide>
        <p15:guide id="21" pos="704" userDrawn="1">
          <p15:clr>
            <a:srgbClr val="547EBF"/>
          </p15:clr>
        </p15:guide>
        <p15:guide id="22" pos="9216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enor Sans" panose="02000000000000000000" pitchFamily="2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Tenor Sans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Tenor Sans" panose="02000000000000000000" pitchFamily="2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20" userDrawn="1">
          <p15:clr>
            <a:srgbClr val="F26B43"/>
          </p15:clr>
        </p15:guide>
        <p15:guide id="3" pos="693" userDrawn="1">
          <p15:clr>
            <a:srgbClr val="F26B43"/>
          </p15:clr>
        </p15:guide>
        <p15:guide id="4" pos="9544" userDrawn="1">
          <p15:clr>
            <a:srgbClr val="F26B43"/>
          </p15:clr>
        </p15:guide>
        <p15:guide id="5" orient="horz" pos="224" userDrawn="1">
          <p15:clr>
            <a:srgbClr val="F26B43"/>
          </p15:clr>
        </p15:guide>
        <p15:guide id="6" orient="horz" pos="1074" userDrawn="1">
          <p15:clr>
            <a:srgbClr val="F26B43"/>
          </p15:clr>
        </p15:guide>
        <p15:guide id="7" orient="horz" pos="1141" userDrawn="1">
          <p15:clr>
            <a:srgbClr val="F26B43"/>
          </p15:clr>
        </p15:guide>
        <p15:guide id="8" orient="horz" pos="3892" userDrawn="1">
          <p15:clr>
            <a:srgbClr val="F26B43"/>
          </p15:clr>
        </p15:guide>
        <p15:guide id="9" orient="horz" pos="39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github.com/kumaresanc746/grocery-sto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6410" y="2297693"/>
            <a:ext cx="9866376" cy="1046467"/>
          </a:xfrm>
        </p:spPr>
        <p:txBody>
          <a:bodyPr>
            <a:noAutofit/>
          </a:bodyPr>
          <a:lstStyle/>
          <a:p>
            <a:pPr algn="ctr"/>
            <a:r>
              <a:rPr sz="4000" dirty="0"/>
              <a:t>Grocery</a:t>
            </a:r>
            <a:r>
              <a:rPr lang="en-US" sz="4000" dirty="0"/>
              <a:t> </a:t>
            </a:r>
            <a:r>
              <a:rPr sz="4000" dirty="0"/>
              <a:t>Mart Full-Stack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sz="4000" dirty="0"/>
              <a:t>E-Commerce</a:t>
            </a:r>
            <a:r>
              <a:rPr lang="en-US" sz="4000" dirty="0"/>
              <a:t> </a:t>
            </a:r>
            <a:r>
              <a:rPr sz="4000" dirty="0"/>
              <a:t>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1950" y="3520911"/>
            <a:ext cx="8790050" cy="828189"/>
          </a:xfrm>
        </p:spPr>
        <p:txBody>
          <a:bodyPr>
            <a:normAutofit/>
          </a:bodyPr>
          <a:lstStyle/>
          <a:p>
            <a:r>
              <a:rPr sz="1800" dirty="0"/>
              <a:t>End-to-End DevOps CI/CD Pipeline</a:t>
            </a:r>
          </a:p>
          <a:p>
            <a:r>
              <a:rPr sz="1800" dirty="0"/>
              <a:t>Git | GitHub | Jenkins | Docker | Kubernetes | Prometheus | Grafana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65BC5F-E3E9-8234-5637-E10D2B4B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4453128"/>
            <a:ext cx="478536" cy="4785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40BC04-2A3F-B8AD-1452-A827A9AC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80" y="4407408"/>
            <a:ext cx="576072" cy="5760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3D0DF4-1D8E-775E-6FB3-32CA498BD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4349100"/>
            <a:ext cx="617703" cy="7315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691EC3-E0AA-C2C2-D9C9-8DB5C797C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79" y="4230624"/>
            <a:ext cx="842289" cy="84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EEFAF5-86BA-879E-82CF-3055843F4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0180" y="4334678"/>
            <a:ext cx="747121" cy="7382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FE74D9-6078-50D7-71BC-3471EB6729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4004" y="4349100"/>
            <a:ext cx="828189" cy="8281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468B0D1-9110-2FE7-DF5A-642291115D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193" y="4352920"/>
            <a:ext cx="1341303" cy="895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684561-D727-54EB-0BC9-63FCC93260EB}"/>
              </a:ext>
            </a:extLst>
          </p:cNvPr>
          <p:cNvSpPr txBox="1"/>
          <p:nvPr/>
        </p:nvSpPr>
        <p:spPr>
          <a:xfrm>
            <a:off x="9914004" y="5620977"/>
            <a:ext cx="2276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 . Kumaresan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 . Rubini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6B6DB-8CE1-579E-178D-07AFF8FF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2">
            <a:extLst>
              <a:ext uri="{FF2B5EF4-FFF2-40B4-BE49-F238E27FC236}">
                <a16:creationId xmlns:a16="http://schemas.microsoft.com/office/drawing/2014/main" id="{D96BC697-5FE8-F76A-A0DD-BE4227A05201}"/>
              </a:ext>
            </a:extLst>
          </p:cNvPr>
          <p:cNvSpPr/>
          <p:nvPr/>
        </p:nvSpPr>
        <p:spPr>
          <a:xfrm>
            <a:off x="-475458" y="18854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D0BD-8F2D-57D1-2C4C-AED814AB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372" y="2121475"/>
            <a:ext cx="6252062" cy="3119827"/>
          </a:xfrm>
          <a:noFill/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real-world e-commerce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CI/CD automation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&amp; reliable deployments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DevOps experience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1509EA2-585E-E84A-C012-F92D5763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108" y="681911"/>
            <a:ext cx="5812963" cy="612757"/>
          </a:xfrm>
        </p:spPr>
        <p:txBody>
          <a:bodyPr>
            <a:normAutofit/>
          </a:bodyPr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Why This </a:t>
            </a:r>
            <a:r>
              <a:rPr lang="en-US" sz="36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Project?</a:t>
            </a:r>
          </a:p>
        </p:txBody>
      </p:sp>
    </p:spTree>
    <p:extLst>
      <p:ext uri="{BB962C8B-B14F-4D97-AF65-F5344CB8AC3E}">
        <p14:creationId xmlns:p14="http://schemas.microsoft.com/office/powerpoint/2010/main" val="113861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9163D419-FAF2-B431-7B1B-C1B536D6122D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975" y="670006"/>
            <a:ext cx="5812963" cy="591851"/>
          </a:xfrm>
        </p:spPr>
        <p:txBody>
          <a:bodyPr>
            <a:normAutofit fontScale="90000"/>
          </a:bodyPr>
          <a:lstStyle/>
          <a:p>
            <a:r>
              <a:rPr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Purpose of </a:t>
            </a:r>
            <a:r>
              <a:rPr sz="40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7718" y="2121476"/>
            <a:ext cx="5350013" cy="261504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real-world e-commerce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CI/CD automation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&amp; reliable deployments</a:t>
            </a:r>
          </a:p>
          <a:p>
            <a:pPr>
              <a:buClrTx/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DevOps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5FB09490-D951-04D8-4BCB-A974CC1F4836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317" y="640080"/>
            <a:ext cx="5812963" cy="573563"/>
          </a:xfrm>
        </p:spPr>
        <p:txBody>
          <a:bodyPr>
            <a:normAutofit fontScale="90000"/>
          </a:bodyPr>
          <a:lstStyle/>
          <a:p>
            <a:r>
              <a:rPr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Technology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6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1361" y="1880659"/>
            <a:ext cx="5350013" cy="581558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Node.js, Express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CI/CD: Jenkins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Containers: Docker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Orchestration: Kubernetes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Monitoring: Prometheus &amp; Grafana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>
              <a:lumMod val="1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icsart_25-12-22_20-43-26-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45" y="1510146"/>
            <a:ext cx="7315200" cy="48756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4345" y="184583"/>
            <a:ext cx="10515600" cy="1325563"/>
          </a:xfrm>
          <a:ln>
            <a:noFill/>
          </a:ln>
        </p:spPr>
        <p:txBody>
          <a:bodyPr>
            <a:normAutofit/>
          </a:bodyPr>
          <a:lstStyle/>
          <a:p>
            <a:r>
              <a:rPr sz="36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CI/CD Architecture</a:t>
            </a:r>
            <a:r>
              <a:rPr lang="en-US" sz="36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</a:t>
            </a:r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9BFDFE90-925F-5953-DF0E-063382902D3A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509" y="768096"/>
            <a:ext cx="5812963" cy="610139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CI/CD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634" y="2018131"/>
            <a:ext cx="5350013" cy="3492872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Developer pushes code to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GitHub webhook triggers Jenkins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Build &amp; test phase executed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Docker image created &amp; pushed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Kubernetes deploys containers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Prometheus &amp; Grafana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667D9501-4269-3ADD-99C1-39149EDC2450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163" y="525073"/>
            <a:ext cx="5812963" cy="619283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Jenkins</a:t>
            </a:r>
            <a:r>
              <a:rPr dirty="0">
                <a:solidFill>
                  <a:schemeClr val="tx1"/>
                </a:solidFill>
              </a:rPr>
              <a:t> –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CI/CD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8683" y="2251017"/>
            <a:ext cx="5350013" cy="3409545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Automated pipeline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Jenkinsfile</a:t>
            </a:r>
            <a:r>
              <a:rPr lang="en-US" sz="2400" dirty="0">
                <a:solidFill>
                  <a:schemeClr val="tx1"/>
                </a:solidFill>
              </a:rPr>
              <a:t>-based stage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Seamless GitHub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Docker &amp; Kubernetes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Real-time build logs &amp;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49ADDBBA-65F3-11F5-486D-8F1E48718D8C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519" y="539496"/>
            <a:ext cx="5812963" cy="610139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Kubernetes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(K8s)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8340" y="2363727"/>
            <a:ext cx="5350013" cy="2222128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Automated container deployment &amp; scaling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Self-healing &amp; auto-recovery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Load balancing &amp; traffic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Rolling updates with zero downtime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High availability across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EB508244-54CA-D8B9-289A-9AC8A26D8BBE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771" y="569673"/>
            <a:ext cx="5812963" cy="698598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Prometheus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2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&amp;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5230" y="2536542"/>
            <a:ext cx="5350013" cy="1920240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Real-time metrics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Custom dashboard creation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Alert management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Performance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Proactive issue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87C541E5-0872-4156-AA68-CE237FD04188}"/>
              </a:ext>
            </a:extLst>
          </p:cNvPr>
          <p:cNvSpPr/>
          <p:nvPr/>
        </p:nvSpPr>
        <p:spPr>
          <a:xfrm>
            <a:off x="0" y="18854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782" y="761362"/>
            <a:ext cx="5812963" cy="546131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782" y="2297653"/>
            <a:ext cx="5350013" cy="2450592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automated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Faster releases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Reduced errors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Scalable &amp; observable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DBE11-1DB8-1C7C-0D74-E02FA6469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8827606B-EA06-F2F1-6BB6-F8D410F5ACC0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AC62F-B86B-392F-CB63-406E6A3E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26CCE7-22BD-0E15-5AA9-E9B2D72B2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89B16C-FAA9-3F83-D733-0D2F5D871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2" y="2108071"/>
            <a:ext cx="5892122" cy="331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A15E2-6396-0ADF-C024-F288D45A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24F42A2C-F32F-246E-536B-169B22A75592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8622E-F750-8CA0-C174-56F64D35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10DE1A7-3033-C0B5-09BE-ED2EC313C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4CFB32-D2BD-2869-89A0-1DD029BE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1" y="2108071"/>
            <a:ext cx="5892124" cy="331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6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73A93-D861-BE0F-D52D-3FDB0DE86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5DF45678-A373-258B-904E-20BFBD63D404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963DB-C150-7413-9472-68F645BC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FAF4EB9-E2D6-D197-D094-67C07B7EF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282AB4-FFC6-2573-B08D-AA9C7DAD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2" y="2108071"/>
            <a:ext cx="5892122" cy="33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24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FE314B8D-0A05-0F28-87F3-C5A12AF0A83A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A934A3-BD7B-9129-8BDE-754AF9040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13C4E8-2ACD-6F99-313A-0791D3383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251" y="2053207"/>
            <a:ext cx="5892124" cy="34240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17F03-70E9-7DE3-4D53-BBB66AEB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5460475D-D8CB-E82D-DCB4-2343EED5A3AC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F3008-1C49-F966-E49E-FD2801F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236631-CFF5-030E-055B-0535BB591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F753E7-1076-F570-5802-588583928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1" y="2108071"/>
            <a:ext cx="5892124" cy="3314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F5609-D85D-DA1A-BBCB-AEB08F5CBD65}"/>
              </a:ext>
            </a:extLst>
          </p:cNvPr>
          <p:cNvSpPr txBox="1"/>
          <p:nvPr/>
        </p:nvSpPr>
        <p:spPr>
          <a:xfrm>
            <a:off x="4089654" y="6488668"/>
            <a:ext cx="633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EE7B0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EE7B0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 : kumaresanc746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/grocery-store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2201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2" id="{58ACA827-3819-46BF-9F1B-29C93E1280DF}" vid="{26F0C15B-5100-493D-AFA2-F4BC41373295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87">
      <a:majorFont>
        <a:latin typeface="League Gothic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" id="{11346FDE-2DA4-453A-ACF7-41117CE5C235}" vid="{A628C74B-DC45-4C37-9A15-B37206CA45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687</TotalTime>
  <Words>267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Arial Black</vt:lpstr>
      <vt:lpstr>Avenir Next LT Pro</vt:lpstr>
      <vt:lpstr>Avenir Next LT Pro Light</vt:lpstr>
      <vt:lpstr>Futura LT Book</vt:lpstr>
      <vt:lpstr>League Gothic</vt:lpstr>
      <vt:lpstr>Quicksand</vt:lpstr>
      <vt:lpstr>Tenor Sans</vt:lpstr>
      <vt:lpstr>Times New Roman</vt:lpstr>
      <vt:lpstr>Wingdings</vt:lpstr>
      <vt:lpstr>Custom</vt:lpstr>
      <vt:lpstr>Office Theme</vt:lpstr>
      <vt:lpstr>Grocery Mart Full-Stack  E-Commerce Platform</vt:lpstr>
      <vt:lpstr>Why This Project?</vt:lpstr>
      <vt:lpstr>Purpose of the Project</vt:lpstr>
      <vt:lpstr>Technology Stack</vt:lpstr>
      <vt:lpstr>CI/CD Architecture Overview</vt:lpstr>
      <vt:lpstr>CI/CD Workflow</vt:lpstr>
      <vt:lpstr>Jenkins – CI/CD Automation</vt:lpstr>
      <vt:lpstr>Kubernetes (K8s)</vt:lpstr>
      <vt:lpstr>Prometheus &amp; Grafana</vt:lpstr>
      <vt:lpstr>Advantages</vt:lpstr>
      <vt:lpstr>Output screen short</vt:lpstr>
      <vt:lpstr>Output screen short</vt:lpstr>
      <vt:lpstr>Output screen short</vt:lpstr>
      <vt:lpstr>Output screen short</vt:lpstr>
      <vt:lpstr>Output screen short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kumaresan dinesh</dc:creator>
  <cp:keywords/>
  <dc:description>generated using python-pptx</dc:description>
  <cp:lastModifiedBy>kumaresan dinesh</cp:lastModifiedBy>
  <cp:revision>11</cp:revision>
  <dcterms:created xsi:type="dcterms:W3CDTF">2013-01-27T09:14:16Z</dcterms:created>
  <dcterms:modified xsi:type="dcterms:W3CDTF">2025-12-24T13:09:16Z</dcterms:modified>
  <cp:category/>
</cp:coreProperties>
</file>